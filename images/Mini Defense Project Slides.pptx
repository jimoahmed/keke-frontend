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Anaheim"/>
      <p:regular r:id="rId24"/>
      <p:bold r:id="rId25"/>
    </p:embeddedFont>
    <p:embeddedFont>
      <p:font typeface="Bitter"/>
      <p:regular r:id="rId26"/>
      <p:bold r:id="rId27"/>
      <p:italic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2623A4-6A7D-4AC8-BD08-B683FD7C400B}">
  <a:tblStyle styleId="{1A2623A4-6A7D-4AC8-BD08-B683FD7C40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Anaheim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itter-regular.fntdata"/><Relationship Id="rId25" Type="http://schemas.openxmlformats.org/officeDocument/2006/relationships/font" Target="fonts/Anaheim-bold.fntdata"/><Relationship Id="rId28" Type="http://schemas.openxmlformats.org/officeDocument/2006/relationships/font" Target="fonts/Bitter-italic.fntdata"/><Relationship Id="rId27" Type="http://schemas.openxmlformats.org/officeDocument/2006/relationships/font" Target="fonts/Bit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it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6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5.xml"/><Relationship Id="rId32" Type="http://schemas.openxmlformats.org/officeDocument/2006/relationships/font" Target="fonts/DMSans-italic.fntdata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font" Target="fonts/OpenSans-regular.fntdata"/><Relationship Id="rId15" Type="http://schemas.openxmlformats.org/officeDocument/2006/relationships/slide" Target="slides/slide10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9.xml"/><Relationship Id="rId36" Type="http://schemas.openxmlformats.org/officeDocument/2006/relationships/font" Target="fonts/Open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story of the Golden Law by Slidesgo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911100" y="1339163"/>
            <a:ext cx="73218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07600" y="3328538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2135550" y="1445825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2135550" y="260725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" name="Google Shape;16;p3"/>
          <p:cNvCxnSpPr/>
          <p:nvPr/>
        </p:nvCxnSpPr>
        <p:spPr>
          <a:xfrm>
            <a:off x="698700" y="373200"/>
            <a:ext cx="774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2110311" y="2147700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2" type="subTitle"/>
          </p:nvPr>
        </p:nvSpPr>
        <p:spPr>
          <a:xfrm>
            <a:off x="5055489" y="2147700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3" type="subTitle"/>
          </p:nvPr>
        </p:nvSpPr>
        <p:spPr>
          <a:xfrm>
            <a:off x="2110311" y="3790575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4" type="subTitle"/>
          </p:nvPr>
        </p:nvSpPr>
        <p:spPr>
          <a:xfrm>
            <a:off x="5055489" y="3790575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5" type="subTitle"/>
          </p:nvPr>
        </p:nvSpPr>
        <p:spPr>
          <a:xfrm>
            <a:off x="2110311" y="1794500"/>
            <a:ext cx="1978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6" type="subTitle"/>
          </p:nvPr>
        </p:nvSpPr>
        <p:spPr>
          <a:xfrm>
            <a:off x="2110311" y="3437475"/>
            <a:ext cx="1978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7" type="subTitle"/>
          </p:nvPr>
        </p:nvSpPr>
        <p:spPr>
          <a:xfrm>
            <a:off x="5055486" y="1794500"/>
            <a:ext cx="1978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8" type="subTitle"/>
          </p:nvPr>
        </p:nvSpPr>
        <p:spPr>
          <a:xfrm>
            <a:off x="5055486" y="3437475"/>
            <a:ext cx="1978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cxnSp>
        <p:nvCxnSpPr>
          <p:cNvPr id="28" name="Google Shape;28;p4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" name="Google Shape;29;p4"/>
          <p:cNvGrpSpPr/>
          <p:nvPr/>
        </p:nvGrpSpPr>
        <p:grpSpPr>
          <a:xfrm rot="10800000">
            <a:off x="8423991" y="-611008"/>
            <a:ext cx="1020132" cy="1373425"/>
            <a:chOff x="6782650" y="1696232"/>
            <a:chExt cx="2207600" cy="2972138"/>
          </a:xfrm>
        </p:grpSpPr>
        <p:sp>
          <p:nvSpPr>
            <p:cNvPr id="30" name="Google Shape;30;p4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4"/>
          <p:cNvGrpSpPr/>
          <p:nvPr/>
        </p:nvGrpSpPr>
        <p:grpSpPr>
          <a:xfrm rot="2700000">
            <a:off x="-523445" y="4112270"/>
            <a:ext cx="798505" cy="1878842"/>
            <a:chOff x="3163538" y="306007"/>
            <a:chExt cx="2665857" cy="6269666"/>
          </a:xfrm>
        </p:grpSpPr>
        <p:sp>
          <p:nvSpPr>
            <p:cNvPr id="35" name="Google Shape;35;p4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42;p4"/>
          <p:cNvGrpSpPr/>
          <p:nvPr/>
        </p:nvGrpSpPr>
        <p:grpSpPr>
          <a:xfrm rot="-5400000">
            <a:off x="-1261396" y="-1414421"/>
            <a:ext cx="3256588" cy="441251"/>
            <a:chOff x="6304675" y="490675"/>
            <a:chExt cx="3552900" cy="481400"/>
          </a:xfrm>
        </p:grpSpPr>
        <p:cxnSp>
          <p:nvCxnSpPr>
            <p:cNvPr id="43" name="Google Shape;43;p4"/>
            <p:cNvCxnSpPr/>
            <p:nvPr/>
          </p:nvCxnSpPr>
          <p:spPr>
            <a:xfrm>
              <a:off x="6304675" y="4906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" name="Google Shape;44;p4"/>
            <p:cNvCxnSpPr/>
            <p:nvPr/>
          </p:nvCxnSpPr>
          <p:spPr>
            <a:xfrm>
              <a:off x="6304675" y="6110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" name="Google Shape;45;p4"/>
            <p:cNvCxnSpPr/>
            <p:nvPr/>
          </p:nvCxnSpPr>
          <p:spPr>
            <a:xfrm>
              <a:off x="6304675" y="7313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" name="Google Shape;46;p4"/>
            <p:cNvCxnSpPr/>
            <p:nvPr/>
          </p:nvCxnSpPr>
          <p:spPr>
            <a:xfrm>
              <a:off x="6304675" y="8517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" name="Google Shape;47;p4"/>
            <p:cNvCxnSpPr/>
            <p:nvPr/>
          </p:nvCxnSpPr>
          <p:spPr>
            <a:xfrm>
              <a:off x="6304675" y="9720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" type="subTitle"/>
          </p:nvPr>
        </p:nvSpPr>
        <p:spPr>
          <a:xfrm>
            <a:off x="720000" y="1625425"/>
            <a:ext cx="42948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52" name="Google Shape;52;p5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3" name="Google Shape;53;p5"/>
          <p:cNvGrpSpPr/>
          <p:nvPr/>
        </p:nvGrpSpPr>
        <p:grpSpPr>
          <a:xfrm rot="5400000">
            <a:off x="-1729075" y="-827154"/>
            <a:ext cx="1417170" cy="3332954"/>
            <a:chOff x="3163538" y="306007"/>
            <a:chExt cx="2665857" cy="6269666"/>
          </a:xfrm>
        </p:grpSpPr>
        <p:sp>
          <p:nvSpPr>
            <p:cNvPr id="54" name="Google Shape;54;p5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5"/>
          <p:cNvGrpSpPr/>
          <p:nvPr/>
        </p:nvGrpSpPr>
        <p:grpSpPr>
          <a:xfrm>
            <a:off x="8570145" y="3998601"/>
            <a:ext cx="1008873" cy="1358267"/>
            <a:chOff x="6782650" y="1696232"/>
            <a:chExt cx="2207600" cy="2972138"/>
          </a:xfrm>
        </p:grpSpPr>
        <p:sp>
          <p:nvSpPr>
            <p:cNvPr id="62" name="Google Shape;62;p5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5"/>
          <p:cNvSpPr/>
          <p:nvPr/>
        </p:nvSpPr>
        <p:spPr>
          <a:xfrm>
            <a:off x="218425" y="4088950"/>
            <a:ext cx="171300" cy="171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0" name="Google Shape;70;p6"/>
          <p:cNvSpPr txBox="1"/>
          <p:nvPr>
            <p:ph idx="1" type="subTitle"/>
          </p:nvPr>
        </p:nvSpPr>
        <p:spPr>
          <a:xfrm>
            <a:off x="4839486" y="2011900"/>
            <a:ext cx="33480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"/>
          <p:cNvSpPr txBox="1"/>
          <p:nvPr>
            <p:ph idx="2" type="subTitle"/>
          </p:nvPr>
        </p:nvSpPr>
        <p:spPr>
          <a:xfrm>
            <a:off x="956525" y="2011900"/>
            <a:ext cx="33480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2" name="Google Shape;72;p6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3" name="Google Shape;73;p6"/>
          <p:cNvGrpSpPr/>
          <p:nvPr/>
        </p:nvGrpSpPr>
        <p:grpSpPr>
          <a:xfrm>
            <a:off x="8430775" y="539500"/>
            <a:ext cx="3552900" cy="481400"/>
            <a:chOff x="6304675" y="490675"/>
            <a:chExt cx="3552900" cy="481400"/>
          </a:xfrm>
        </p:grpSpPr>
        <p:cxnSp>
          <p:nvCxnSpPr>
            <p:cNvPr id="74" name="Google Shape;74;p6"/>
            <p:cNvCxnSpPr/>
            <p:nvPr/>
          </p:nvCxnSpPr>
          <p:spPr>
            <a:xfrm>
              <a:off x="6304675" y="4906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6"/>
            <p:cNvCxnSpPr/>
            <p:nvPr/>
          </p:nvCxnSpPr>
          <p:spPr>
            <a:xfrm>
              <a:off x="6304675" y="6110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6"/>
            <p:cNvCxnSpPr/>
            <p:nvPr/>
          </p:nvCxnSpPr>
          <p:spPr>
            <a:xfrm>
              <a:off x="6304675" y="7313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6"/>
            <p:cNvCxnSpPr/>
            <p:nvPr/>
          </p:nvCxnSpPr>
          <p:spPr>
            <a:xfrm>
              <a:off x="6304675" y="8517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6"/>
            <p:cNvCxnSpPr/>
            <p:nvPr/>
          </p:nvCxnSpPr>
          <p:spPr>
            <a:xfrm>
              <a:off x="6304675" y="9720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9" name="Google Shape;79;p6"/>
          <p:cNvGrpSpPr/>
          <p:nvPr/>
        </p:nvGrpSpPr>
        <p:grpSpPr>
          <a:xfrm>
            <a:off x="-471055" y="4087726"/>
            <a:ext cx="1008873" cy="1358267"/>
            <a:chOff x="6782650" y="1696232"/>
            <a:chExt cx="2207600" cy="2972138"/>
          </a:xfrm>
        </p:grpSpPr>
        <p:sp>
          <p:nvSpPr>
            <p:cNvPr id="80" name="Google Shape;80;p6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" name="Google Shape;84;p6"/>
          <p:cNvSpPr/>
          <p:nvPr/>
        </p:nvSpPr>
        <p:spPr>
          <a:xfrm>
            <a:off x="7895275" y="179425"/>
            <a:ext cx="171300" cy="171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7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88" name="Google Shape;88;p7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" name="Google Shape;89;p7"/>
          <p:cNvGrpSpPr/>
          <p:nvPr/>
        </p:nvGrpSpPr>
        <p:grpSpPr>
          <a:xfrm rot="1776995">
            <a:off x="-378466" y="-301210"/>
            <a:ext cx="871189" cy="2169855"/>
            <a:chOff x="3163538" y="306007"/>
            <a:chExt cx="2665857" cy="6269666"/>
          </a:xfrm>
        </p:grpSpPr>
        <p:sp>
          <p:nvSpPr>
            <p:cNvPr id="90" name="Google Shape;90;p7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7"/>
          <p:cNvGrpSpPr/>
          <p:nvPr/>
        </p:nvGrpSpPr>
        <p:grpSpPr>
          <a:xfrm rot="10799085">
            <a:off x="8670514" y="3428047"/>
            <a:ext cx="829616" cy="841412"/>
            <a:chOff x="6782650" y="1696232"/>
            <a:chExt cx="2207600" cy="2972138"/>
          </a:xfrm>
        </p:grpSpPr>
        <p:sp>
          <p:nvSpPr>
            <p:cNvPr id="98" name="Google Shape;98;p7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8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05" name="Google Shape;105;p8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6" name="Google Shape;106;p8"/>
          <p:cNvGrpSpPr/>
          <p:nvPr/>
        </p:nvGrpSpPr>
        <p:grpSpPr>
          <a:xfrm rot="1776869">
            <a:off x="66670" y="-1683362"/>
            <a:ext cx="1293111" cy="3220529"/>
            <a:chOff x="3163538" y="306007"/>
            <a:chExt cx="2665857" cy="6269666"/>
          </a:xfrm>
        </p:grpSpPr>
        <p:sp>
          <p:nvSpPr>
            <p:cNvPr id="107" name="Google Shape;107;p8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 rot="8999305">
            <a:off x="8657848" y="3466405"/>
            <a:ext cx="717660" cy="727829"/>
            <a:chOff x="6782650" y="1696232"/>
            <a:chExt cx="2207600" cy="2972138"/>
          </a:xfrm>
        </p:grpSpPr>
        <p:sp>
          <p:nvSpPr>
            <p:cNvPr id="115" name="Google Shape;115;p8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9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22" name="Google Shape;122;p9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0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6" name="Google Shape;126;p10"/>
          <p:cNvSpPr txBox="1"/>
          <p:nvPr>
            <p:ph idx="1" type="subTitle"/>
          </p:nvPr>
        </p:nvSpPr>
        <p:spPr>
          <a:xfrm>
            <a:off x="834575" y="2788979"/>
            <a:ext cx="22371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0"/>
          <p:cNvSpPr txBox="1"/>
          <p:nvPr>
            <p:ph idx="2" type="subTitle"/>
          </p:nvPr>
        </p:nvSpPr>
        <p:spPr>
          <a:xfrm>
            <a:off x="3453442" y="2788979"/>
            <a:ext cx="22371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0"/>
          <p:cNvSpPr txBox="1"/>
          <p:nvPr>
            <p:ph idx="3" type="subTitle"/>
          </p:nvPr>
        </p:nvSpPr>
        <p:spPr>
          <a:xfrm>
            <a:off x="6072316" y="2788979"/>
            <a:ext cx="22371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0"/>
          <p:cNvSpPr txBox="1"/>
          <p:nvPr>
            <p:ph idx="4" type="subTitle"/>
          </p:nvPr>
        </p:nvSpPr>
        <p:spPr>
          <a:xfrm>
            <a:off x="834575" y="2281375"/>
            <a:ext cx="2237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5" type="subTitle"/>
          </p:nvPr>
        </p:nvSpPr>
        <p:spPr>
          <a:xfrm>
            <a:off x="3453446" y="2281375"/>
            <a:ext cx="2237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6" type="subTitle"/>
          </p:nvPr>
        </p:nvSpPr>
        <p:spPr>
          <a:xfrm>
            <a:off x="6072316" y="2281375"/>
            <a:ext cx="2237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cxnSp>
        <p:nvCxnSpPr>
          <p:cNvPr id="132" name="Google Shape;132;p10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3" name="Google Shape;133;p10"/>
          <p:cNvGrpSpPr/>
          <p:nvPr/>
        </p:nvGrpSpPr>
        <p:grpSpPr>
          <a:xfrm rot="-8595096">
            <a:off x="-307423" y="-535145"/>
            <a:ext cx="1020223" cy="1373547"/>
            <a:chOff x="6782650" y="1696232"/>
            <a:chExt cx="2207600" cy="2972138"/>
          </a:xfrm>
        </p:grpSpPr>
        <p:sp>
          <p:nvSpPr>
            <p:cNvPr id="134" name="Google Shape;134;p10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0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10"/>
          <p:cNvGrpSpPr/>
          <p:nvPr/>
        </p:nvGrpSpPr>
        <p:grpSpPr>
          <a:xfrm rot="-3599601">
            <a:off x="9216146" y="4074966"/>
            <a:ext cx="1179671" cy="2774939"/>
            <a:chOff x="3163538" y="306007"/>
            <a:chExt cx="2665857" cy="6269666"/>
          </a:xfrm>
        </p:grpSpPr>
        <p:sp>
          <p:nvSpPr>
            <p:cNvPr id="139" name="Google Shape;139;p10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0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0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0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0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0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0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10"/>
          <p:cNvSpPr/>
          <p:nvPr/>
        </p:nvSpPr>
        <p:spPr>
          <a:xfrm>
            <a:off x="117038" y="942875"/>
            <a:ext cx="171300" cy="171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1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0" name="Google Shape;150;p11"/>
          <p:cNvSpPr txBox="1"/>
          <p:nvPr>
            <p:ph idx="1" type="subTitle"/>
          </p:nvPr>
        </p:nvSpPr>
        <p:spPr>
          <a:xfrm>
            <a:off x="720000" y="2132993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1"/>
          <p:cNvSpPr txBox="1"/>
          <p:nvPr>
            <p:ph idx="2" type="subTitle"/>
          </p:nvPr>
        </p:nvSpPr>
        <p:spPr>
          <a:xfrm>
            <a:off x="3419271" y="2132993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1"/>
          <p:cNvSpPr txBox="1"/>
          <p:nvPr>
            <p:ph idx="3" type="subTitle"/>
          </p:nvPr>
        </p:nvSpPr>
        <p:spPr>
          <a:xfrm>
            <a:off x="720000" y="38661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1"/>
          <p:cNvSpPr txBox="1"/>
          <p:nvPr>
            <p:ph idx="4" type="subTitle"/>
          </p:nvPr>
        </p:nvSpPr>
        <p:spPr>
          <a:xfrm>
            <a:off x="3419271" y="38661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1"/>
          <p:cNvSpPr txBox="1"/>
          <p:nvPr>
            <p:ph idx="5" type="subTitle"/>
          </p:nvPr>
        </p:nvSpPr>
        <p:spPr>
          <a:xfrm>
            <a:off x="6118549" y="2132993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1"/>
          <p:cNvSpPr txBox="1"/>
          <p:nvPr>
            <p:ph idx="6" type="subTitle"/>
          </p:nvPr>
        </p:nvSpPr>
        <p:spPr>
          <a:xfrm>
            <a:off x="6118549" y="38661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1"/>
          <p:cNvSpPr txBox="1"/>
          <p:nvPr>
            <p:ph idx="7" type="title"/>
          </p:nvPr>
        </p:nvSpPr>
        <p:spPr>
          <a:xfrm>
            <a:off x="796200" y="1332020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57" name="Google Shape;157;p11"/>
          <p:cNvSpPr txBox="1"/>
          <p:nvPr>
            <p:ph idx="8" type="title"/>
          </p:nvPr>
        </p:nvSpPr>
        <p:spPr>
          <a:xfrm>
            <a:off x="796200" y="3064616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58" name="Google Shape;158;p11"/>
          <p:cNvSpPr txBox="1"/>
          <p:nvPr>
            <p:ph idx="9" type="title"/>
          </p:nvPr>
        </p:nvSpPr>
        <p:spPr>
          <a:xfrm>
            <a:off x="3495471" y="1332020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59" name="Google Shape;159;p11"/>
          <p:cNvSpPr txBox="1"/>
          <p:nvPr>
            <p:ph idx="13" type="title"/>
          </p:nvPr>
        </p:nvSpPr>
        <p:spPr>
          <a:xfrm>
            <a:off x="3495471" y="3064616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60" name="Google Shape;160;p11"/>
          <p:cNvSpPr txBox="1"/>
          <p:nvPr>
            <p:ph idx="14" type="title"/>
          </p:nvPr>
        </p:nvSpPr>
        <p:spPr>
          <a:xfrm>
            <a:off x="6194749" y="1332020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15" type="title"/>
          </p:nvPr>
        </p:nvSpPr>
        <p:spPr>
          <a:xfrm>
            <a:off x="6194749" y="3064616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itter"/>
              <a:buNone/>
              <a:defRPr sz="3000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62" name="Google Shape;162;p11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67" name="Google Shape;167;p11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cxnSp>
        <p:nvCxnSpPr>
          <p:cNvPr id="168" name="Google Shape;168;p11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9" name="Google Shape;169;p11"/>
          <p:cNvGrpSpPr/>
          <p:nvPr/>
        </p:nvGrpSpPr>
        <p:grpSpPr>
          <a:xfrm rot="10800000">
            <a:off x="8753616" y="3917292"/>
            <a:ext cx="1020132" cy="1373425"/>
            <a:chOff x="6782650" y="1696232"/>
            <a:chExt cx="2207600" cy="2972138"/>
          </a:xfrm>
        </p:grpSpPr>
        <p:sp>
          <p:nvSpPr>
            <p:cNvPr id="170" name="Google Shape;170;p11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1"/>
          <p:cNvGrpSpPr/>
          <p:nvPr/>
        </p:nvGrpSpPr>
        <p:grpSpPr>
          <a:xfrm rot="8100000">
            <a:off x="-1305739" y="-2270025"/>
            <a:ext cx="1417177" cy="3332972"/>
            <a:chOff x="3163538" y="306007"/>
            <a:chExt cx="2665857" cy="6269666"/>
          </a:xfrm>
        </p:grpSpPr>
        <p:sp>
          <p:nvSpPr>
            <p:cNvPr id="175" name="Google Shape;175;p11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1"/>
          <p:cNvSpPr/>
          <p:nvPr/>
        </p:nvSpPr>
        <p:spPr>
          <a:xfrm>
            <a:off x="8546375" y="3512225"/>
            <a:ext cx="171300" cy="171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83" name="Google Shape;183;p11"/>
          <p:cNvGrpSpPr/>
          <p:nvPr/>
        </p:nvGrpSpPr>
        <p:grpSpPr>
          <a:xfrm rot="-2700000">
            <a:off x="7949854" y="-842120"/>
            <a:ext cx="3256417" cy="441228"/>
            <a:chOff x="6304675" y="490675"/>
            <a:chExt cx="3552900" cy="481400"/>
          </a:xfrm>
        </p:grpSpPr>
        <p:cxnSp>
          <p:nvCxnSpPr>
            <p:cNvPr id="184" name="Google Shape;184;p11"/>
            <p:cNvCxnSpPr/>
            <p:nvPr/>
          </p:nvCxnSpPr>
          <p:spPr>
            <a:xfrm>
              <a:off x="6304675" y="4906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11"/>
            <p:cNvCxnSpPr/>
            <p:nvPr/>
          </p:nvCxnSpPr>
          <p:spPr>
            <a:xfrm>
              <a:off x="6304675" y="6110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11"/>
            <p:cNvCxnSpPr/>
            <p:nvPr/>
          </p:nvCxnSpPr>
          <p:spPr>
            <a:xfrm>
              <a:off x="6304675" y="7313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11"/>
            <p:cNvCxnSpPr/>
            <p:nvPr/>
          </p:nvCxnSpPr>
          <p:spPr>
            <a:xfrm>
              <a:off x="6304675" y="8517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11"/>
            <p:cNvCxnSpPr/>
            <p:nvPr/>
          </p:nvCxnSpPr>
          <p:spPr>
            <a:xfrm>
              <a:off x="6304675" y="9720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2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2" name="Google Shape;192;p12"/>
          <p:cNvSpPr txBox="1"/>
          <p:nvPr>
            <p:ph idx="1" type="subTitle"/>
          </p:nvPr>
        </p:nvSpPr>
        <p:spPr>
          <a:xfrm>
            <a:off x="901625" y="2162413"/>
            <a:ext cx="21048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2"/>
          <p:cNvSpPr txBox="1"/>
          <p:nvPr>
            <p:ph idx="2" type="subTitle"/>
          </p:nvPr>
        </p:nvSpPr>
        <p:spPr>
          <a:xfrm>
            <a:off x="3519606" y="2162413"/>
            <a:ext cx="21048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2"/>
          <p:cNvSpPr txBox="1"/>
          <p:nvPr>
            <p:ph idx="3" type="subTitle"/>
          </p:nvPr>
        </p:nvSpPr>
        <p:spPr>
          <a:xfrm>
            <a:off x="901625" y="3745038"/>
            <a:ext cx="21048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4" type="subTitle"/>
          </p:nvPr>
        </p:nvSpPr>
        <p:spPr>
          <a:xfrm>
            <a:off x="3519606" y="3745038"/>
            <a:ext cx="21048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5" type="subTitle"/>
          </p:nvPr>
        </p:nvSpPr>
        <p:spPr>
          <a:xfrm>
            <a:off x="6137587" y="2162413"/>
            <a:ext cx="21048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6" type="subTitle"/>
          </p:nvPr>
        </p:nvSpPr>
        <p:spPr>
          <a:xfrm>
            <a:off x="6137587" y="3745038"/>
            <a:ext cx="21048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7" type="subTitle"/>
          </p:nvPr>
        </p:nvSpPr>
        <p:spPr>
          <a:xfrm>
            <a:off x="902579" y="1822213"/>
            <a:ext cx="210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199" name="Google Shape;199;p12"/>
          <p:cNvSpPr txBox="1"/>
          <p:nvPr>
            <p:ph idx="8" type="subTitle"/>
          </p:nvPr>
        </p:nvSpPr>
        <p:spPr>
          <a:xfrm>
            <a:off x="3520560" y="1822213"/>
            <a:ext cx="210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200" name="Google Shape;200;p12"/>
          <p:cNvSpPr txBox="1"/>
          <p:nvPr>
            <p:ph idx="9" type="subTitle"/>
          </p:nvPr>
        </p:nvSpPr>
        <p:spPr>
          <a:xfrm>
            <a:off x="6138540" y="1822213"/>
            <a:ext cx="210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201" name="Google Shape;201;p12"/>
          <p:cNvSpPr txBox="1"/>
          <p:nvPr>
            <p:ph idx="13" type="subTitle"/>
          </p:nvPr>
        </p:nvSpPr>
        <p:spPr>
          <a:xfrm>
            <a:off x="902579" y="3404813"/>
            <a:ext cx="210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202" name="Google Shape;202;p12"/>
          <p:cNvSpPr txBox="1"/>
          <p:nvPr>
            <p:ph idx="14" type="subTitle"/>
          </p:nvPr>
        </p:nvSpPr>
        <p:spPr>
          <a:xfrm>
            <a:off x="3520560" y="3404813"/>
            <a:ext cx="210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203" name="Google Shape;203;p12"/>
          <p:cNvSpPr txBox="1"/>
          <p:nvPr>
            <p:ph idx="15" type="subTitle"/>
          </p:nvPr>
        </p:nvSpPr>
        <p:spPr>
          <a:xfrm>
            <a:off x="6138540" y="3404813"/>
            <a:ext cx="210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cxnSp>
        <p:nvCxnSpPr>
          <p:cNvPr id="204" name="Google Shape;204;p12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5" name="Google Shape;205;p12"/>
          <p:cNvGrpSpPr/>
          <p:nvPr/>
        </p:nvGrpSpPr>
        <p:grpSpPr>
          <a:xfrm rot="10800000">
            <a:off x="-451609" y="173717"/>
            <a:ext cx="1020132" cy="1373425"/>
            <a:chOff x="6782650" y="1696232"/>
            <a:chExt cx="2207600" cy="2972138"/>
          </a:xfrm>
        </p:grpSpPr>
        <p:sp>
          <p:nvSpPr>
            <p:cNvPr id="206" name="Google Shape;206;p12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2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12"/>
          <p:cNvGrpSpPr/>
          <p:nvPr/>
        </p:nvGrpSpPr>
        <p:grpSpPr>
          <a:xfrm>
            <a:off x="8596134" y="4112278"/>
            <a:ext cx="798424" cy="1879019"/>
            <a:chOff x="3163538" y="306007"/>
            <a:chExt cx="2665857" cy="6269666"/>
          </a:xfrm>
        </p:grpSpPr>
        <p:sp>
          <p:nvSpPr>
            <p:cNvPr id="211" name="Google Shape;211;p12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2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2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2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2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3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3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4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4"/>
          <p:cNvSpPr txBox="1"/>
          <p:nvPr>
            <p:ph type="title"/>
          </p:nvPr>
        </p:nvSpPr>
        <p:spPr>
          <a:xfrm>
            <a:off x="1291500" y="2079575"/>
            <a:ext cx="50676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4" name="Google Shape;224;p14"/>
          <p:cNvSpPr txBox="1"/>
          <p:nvPr>
            <p:ph idx="2" type="title"/>
          </p:nvPr>
        </p:nvSpPr>
        <p:spPr>
          <a:xfrm>
            <a:off x="1291500" y="1012925"/>
            <a:ext cx="1652100" cy="91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14"/>
          <p:cNvSpPr txBox="1"/>
          <p:nvPr>
            <p:ph idx="1" type="subTitle"/>
          </p:nvPr>
        </p:nvSpPr>
        <p:spPr>
          <a:xfrm>
            <a:off x="1291500" y="3741725"/>
            <a:ext cx="506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26" name="Google Shape;226;p14"/>
          <p:cNvCxnSpPr/>
          <p:nvPr/>
        </p:nvCxnSpPr>
        <p:spPr>
          <a:xfrm>
            <a:off x="1291500" y="4839800"/>
            <a:ext cx="546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7" name="Google Shape;227;p14"/>
          <p:cNvGrpSpPr/>
          <p:nvPr/>
        </p:nvGrpSpPr>
        <p:grpSpPr>
          <a:xfrm rot="10800000">
            <a:off x="-1828396" y="-707558"/>
            <a:ext cx="2541628" cy="5977500"/>
            <a:chOff x="3163538" y="306007"/>
            <a:chExt cx="2665857" cy="6269666"/>
          </a:xfrm>
        </p:grpSpPr>
        <p:sp>
          <p:nvSpPr>
            <p:cNvPr id="228" name="Google Shape;228;p14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5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8" name="Google Shape;238;p15"/>
          <p:cNvSpPr txBox="1"/>
          <p:nvPr>
            <p:ph idx="1" type="body"/>
          </p:nvPr>
        </p:nvSpPr>
        <p:spPr>
          <a:xfrm>
            <a:off x="720000" y="1215743"/>
            <a:ext cx="77040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cxnSp>
        <p:nvCxnSpPr>
          <p:cNvPr id="239" name="Google Shape;239;p15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0" name="Google Shape;240;p15"/>
          <p:cNvGrpSpPr/>
          <p:nvPr/>
        </p:nvGrpSpPr>
        <p:grpSpPr>
          <a:xfrm>
            <a:off x="-528985" y="3984685"/>
            <a:ext cx="1071790" cy="1442973"/>
            <a:chOff x="6782650" y="1696232"/>
            <a:chExt cx="2207600" cy="2972138"/>
          </a:xfrm>
        </p:grpSpPr>
        <p:sp>
          <p:nvSpPr>
            <p:cNvPr id="241" name="Google Shape;241;p15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6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8" name="Google Shape;248;p16"/>
          <p:cNvSpPr txBox="1"/>
          <p:nvPr>
            <p:ph idx="1" type="subTitle"/>
          </p:nvPr>
        </p:nvSpPr>
        <p:spPr>
          <a:xfrm>
            <a:off x="5055284" y="3619024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9" name="Google Shape;249;p16"/>
          <p:cNvSpPr txBox="1"/>
          <p:nvPr>
            <p:ph idx="2" type="subTitle"/>
          </p:nvPr>
        </p:nvSpPr>
        <p:spPr>
          <a:xfrm>
            <a:off x="1583300" y="3619024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0" name="Google Shape;250;p16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251" name="Google Shape;251;p16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cxnSp>
        <p:nvCxnSpPr>
          <p:cNvPr id="252" name="Google Shape;252;p16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3" name="Google Shape;253;p16"/>
          <p:cNvGrpSpPr/>
          <p:nvPr/>
        </p:nvGrpSpPr>
        <p:grpSpPr>
          <a:xfrm rot="8100000">
            <a:off x="-387052" y="-1010919"/>
            <a:ext cx="795866" cy="1871749"/>
            <a:chOff x="3163538" y="306007"/>
            <a:chExt cx="2665857" cy="6269666"/>
          </a:xfrm>
        </p:grpSpPr>
        <p:sp>
          <p:nvSpPr>
            <p:cNvPr id="254" name="Google Shape;254;p16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264" name="Google Shape;264;p17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5" name="Google Shape;265;p17"/>
          <p:cNvGrpSpPr/>
          <p:nvPr/>
        </p:nvGrpSpPr>
        <p:grpSpPr>
          <a:xfrm flipH="1" rot="-8557006">
            <a:off x="8661700" y="-1395647"/>
            <a:ext cx="999790" cy="2351345"/>
            <a:chOff x="3163538" y="306007"/>
            <a:chExt cx="2665857" cy="6269666"/>
          </a:xfrm>
        </p:grpSpPr>
        <p:sp>
          <p:nvSpPr>
            <p:cNvPr id="266" name="Google Shape;266;p17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7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 rot="-9002204">
            <a:off x="-381639" y="3775586"/>
            <a:ext cx="711195" cy="721561"/>
            <a:chOff x="6782650" y="1696232"/>
            <a:chExt cx="2207600" cy="2972138"/>
          </a:xfrm>
        </p:grpSpPr>
        <p:sp>
          <p:nvSpPr>
            <p:cNvPr id="274" name="Google Shape;274;p17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7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7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8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281" name="Google Shape;281;p18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2" name="Google Shape;282;p18"/>
          <p:cNvGrpSpPr/>
          <p:nvPr/>
        </p:nvGrpSpPr>
        <p:grpSpPr>
          <a:xfrm rot="8999646">
            <a:off x="8164379" y="-451410"/>
            <a:ext cx="1111991" cy="1496948"/>
            <a:chOff x="6782650" y="1696232"/>
            <a:chExt cx="2207600" cy="2972138"/>
          </a:xfrm>
        </p:grpSpPr>
        <p:sp>
          <p:nvSpPr>
            <p:cNvPr id="283" name="Google Shape;283;p18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8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8"/>
          <p:cNvGrpSpPr/>
          <p:nvPr/>
        </p:nvGrpSpPr>
        <p:grpSpPr>
          <a:xfrm rot="5356056">
            <a:off x="-1637721" y="2138978"/>
            <a:ext cx="1293046" cy="3220727"/>
            <a:chOff x="3163538" y="306007"/>
            <a:chExt cx="2665857" cy="6269666"/>
          </a:xfrm>
        </p:grpSpPr>
        <p:sp>
          <p:nvSpPr>
            <p:cNvPr id="288" name="Google Shape;288;p18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8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8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1_1_1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9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298" name="Google Shape;298;p19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9" name="Google Shape;299;p19"/>
          <p:cNvGrpSpPr/>
          <p:nvPr/>
        </p:nvGrpSpPr>
        <p:grpSpPr>
          <a:xfrm rot="-9000444">
            <a:off x="286451" y="-730832"/>
            <a:ext cx="650081" cy="1528887"/>
            <a:chOff x="3163538" y="306007"/>
            <a:chExt cx="2665857" cy="6269666"/>
          </a:xfrm>
        </p:grpSpPr>
        <p:sp>
          <p:nvSpPr>
            <p:cNvPr id="300" name="Google Shape;300;p19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19"/>
          <p:cNvGrpSpPr/>
          <p:nvPr/>
        </p:nvGrpSpPr>
        <p:grpSpPr>
          <a:xfrm rot="8999511">
            <a:off x="8287524" y="287836"/>
            <a:ext cx="476724" cy="483487"/>
            <a:chOff x="6782650" y="1696232"/>
            <a:chExt cx="2207600" cy="2972138"/>
          </a:xfrm>
        </p:grpSpPr>
        <p:sp>
          <p:nvSpPr>
            <p:cNvPr id="308" name="Google Shape;308;p19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19"/>
          <p:cNvSpPr/>
          <p:nvPr/>
        </p:nvSpPr>
        <p:spPr>
          <a:xfrm>
            <a:off x="7931450" y="108100"/>
            <a:ext cx="171300" cy="171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1_1_1_1_1_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0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16" name="Google Shape;316;p20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7" name="Google Shape;317;p20"/>
          <p:cNvGrpSpPr/>
          <p:nvPr/>
        </p:nvGrpSpPr>
        <p:grpSpPr>
          <a:xfrm rot="8100000">
            <a:off x="-1305739" y="-2270025"/>
            <a:ext cx="1417177" cy="3332972"/>
            <a:chOff x="3163538" y="306007"/>
            <a:chExt cx="2665857" cy="6269666"/>
          </a:xfrm>
        </p:grpSpPr>
        <p:sp>
          <p:nvSpPr>
            <p:cNvPr id="318" name="Google Shape;318;p20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20"/>
          <p:cNvGrpSpPr/>
          <p:nvPr/>
        </p:nvGrpSpPr>
        <p:grpSpPr>
          <a:xfrm rot="-1843063">
            <a:off x="8177771" y="-809019"/>
            <a:ext cx="798491" cy="1988720"/>
            <a:chOff x="3163538" y="306007"/>
            <a:chExt cx="2665857" cy="6269666"/>
          </a:xfrm>
        </p:grpSpPr>
        <p:sp>
          <p:nvSpPr>
            <p:cNvPr id="326" name="Google Shape;326;p20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21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2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2"/>
          <p:cNvSpPr txBox="1"/>
          <p:nvPr>
            <p:ph hasCustomPrompt="1" type="title"/>
          </p:nvPr>
        </p:nvSpPr>
        <p:spPr>
          <a:xfrm>
            <a:off x="1284000" y="1057549"/>
            <a:ext cx="6576000" cy="17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Bitter"/>
              <a:buNone/>
              <a:defRPr sz="96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Bitter"/>
              <a:buNone/>
              <a:defRPr sz="96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Bitter"/>
              <a:buNone/>
              <a:defRPr sz="96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Bitter"/>
              <a:buNone/>
              <a:defRPr sz="96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Bitter"/>
              <a:buNone/>
              <a:defRPr sz="96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Bitter"/>
              <a:buNone/>
              <a:defRPr sz="96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Bitter"/>
              <a:buNone/>
              <a:defRPr sz="96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Bitter"/>
              <a:buNone/>
              <a:defRPr sz="9600">
                <a:latin typeface="Bitter"/>
                <a:ea typeface="Bitter"/>
                <a:cs typeface="Bitter"/>
                <a:sym typeface="Bitter"/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22"/>
          <p:cNvSpPr txBox="1"/>
          <p:nvPr>
            <p:ph idx="1" type="subTitle"/>
          </p:nvPr>
        </p:nvSpPr>
        <p:spPr>
          <a:xfrm>
            <a:off x="1284000" y="2774099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340" name="Google Shape;340;p22"/>
          <p:cNvCxnSpPr/>
          <p:nvPr/>
        </p:nvCxnSpPr>
        <p:spPr>
          <a:xfrm>
            <a:off x="698700" y="373200"/>
            <a:ext cx="774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24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4"/>
          <p:cNvSpPr txBox="1"/>
          <p:nvPr>
            <p:ph type="title"/>
          </p:nvPr>
        </p:nvSpPr>
        <p:spPr>
          <a:xfrm>
            <a:off x="2539225" y="3100300"/>
            <a:ext cx="5378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24"/>
          <p:cNvSpPr txBox="1"/>
          <p:nvPr>
            <p:ph idx="1" type="subTitle"/>
          </p:nvPr>
        </p:nvSpPr>
        <p:spPr>
          <a:xfrm>
            <a:off x="1226400" y="1126425"/>
            <a:ext cx="66912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5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5"/>
          <p:cNvSpPr txBox="1"/>
          <p:nvPr>
            <p:ph type="title"/>
          </p:nvPr>
        </p:nvSpPr>
        <p:spPr>
          <a:xfrm>
            <a:off x="720000" y="836175"/>
            <a:ext cx="3725100" cy="22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9" name="Google Shape;349;p25"/>
          <p:cNvSpPr txBox="1"/>
          <p:nvPr>
            <p:ph idx="1" type="subTitle"/>
          </p:nvPr>
        </p:nvSpPr>
        <p:spPr>
          <a:xfrm>
            <a:off x="720000" y="3132225"/>
            <a:ext cx="37251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25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26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6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4" name="Google Shape;354;p26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5" name="Google Shape;355;p26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7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7"/>
          <p:cNvSpPr txBox="1"/>
          <p:nvPr>
            <p:ph type="title"/>
          </p:nvPr>
        </p:nvSpPr>
        <p:spPr>
          <a:xfrm>
            <a:off x="4837200" y="1501200"/>
            <a:ext cx="35934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9" name="Google Shape;359;p27"/>
          <p:cNvSpPr txBox="1"/>
          <p:nvPr>
            <p:ph idx="1" type="subTitle"/>
          </p:nvPr>
        </p:nvSpPr>
        <p:spPr>
          <a:xfrm>
            <a:off x="4837371" y="2562000"/>
            <a:ext cx="3593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60" name="Google Shape;360;p27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8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4" name="Google Shape;364;p28"/>
          <p:cNvSpPr txBox="1"/>
          <p:nvPr>
            <p:ph idx="1" type="subTitle"/>
          </p:nvPr>
        </p:nvSpPr>
        <p:spPr>
          <a:xfrm>
            <a:off x="4946676" y="2781300"/>
            <a:ext cx="28173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28"/>
          <p:cNvSpPr txBox="1"/>
          <p:nvPr>
            <p:ph idx="2" type="subTitle"/>
          </p:nvPr>
        </p:nvSpPr>
        <p:spPr>
          <a:xfrm>
            <a:off x="1380000" y="2781300"/>
            <a:ext cx="28173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28"/>
          <p:cNvSpPr txBox="1"/>
          <p:nvPr>
            <p:ph idx="3" type="subTitle"/>
          </p:nvPr>
        </p:nvSpPr>
        <p:spPr>
          <a:xfrm>
            <a:off x="1380000" y="2334700"/>
            <a:ext cx="2817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4" type="subTitle"/>
          </p:nvPr>
        </p:nvSpPr>
        <p:spPr>
          <a:xfrm>
            <a:off x="4946680" y="2334700"/>
            <a:ext cx="2817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24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cxnSp>
        <p:nvCxnSpPr>
          <p:cNvPr id="368" name="Google Shape;368;p28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9" name="Google Shape;369;p28"/>
          <p:cNvGrpSpPr/>
          <p:nvPr/>
        </p:nvGrpSpPr>
        <p:grpSpPr>
          <a:xfrm rot="10800000">
            <a:off x="8753616" y="3917292"/>
            <a:ext cx="1020132" cy="1373425"/>
            <a:chOff x="6782650" y="1696232"/>
            <a:chExt cx="2207600" cy="2972138"/>
          </a:xfrm>
        </p:grpSpPr>
        <p:sp>
          <p:nvSpPr>
            <p:cNvPr id="370" name="Google Shape;370;p28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28"/>
          <p:cNvGrpSpPr/>
          <p:nvPr/>
        </p:nvGrpSpPr>
        <p:grpSpPr>
          <a:xfrm rot="8100000">
            <a:off x="-1305739" y="-2270025"/>
            <a:ext cx="1417177" cy="3332972"/>
            <a:chOff x="3163538" y="306007"/>
            <a:chExt cx="2665857" cy="6269666"/>
          </a:xfrm>
        </p:grpSpPr>
        <p:sp>
          <p:nvSpPr>
            <p:cNvPr id="375" name="Google Shape;375;p28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8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2" name="Google Shape;382;p28"/>
          <p:cNvSpPr/>
          <p:nvPr/>
        </p:nvSpPr>
        <p:spPr>
          <a:xfrm>
            <a:off x="8123875" y="273725"/>
            <a:ext cx="171300" cy="171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29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9"/>
          <p:cNvSpPr txBox="1"/>
          <p:nvPr>
            <p:ph type="title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386" name="Google Shape;386;p29"/>
          <p:cNvSpPr txBox="1"/>
          <p:nvPr>
            <p:ph idx="1" type="subTitle"/>
          </p:nvPr>
        </p:nvSpPr>
        <p:spPr>
          <a:xfrm>
            <a:off x="2223600" y="1327277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7" name="Google Shape;387;p29"/>
          <p:cNvSpPr txBox="1"/>
          <p:nvPr>
            <p:ph idx="2" type="title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88" name="Google Shape;388;p29"/>
          <p:cNvSpPr txBox="1"/>
          <p:nvPr>
            <p:ph idx="3" type="subTitle"/>
          </p:nvPr>
        </p:nvSpPr>
        <p:spPr>
          <a:xfrm>
            <a:off x="2223600" y="2679533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itter"/>
              <a:buNone/>
              <a:defRPr b="1" sz="1600">
                <a:latin typeface="Bitter"/>
                <a:ea typeface="Bitter"/>
                <a:cs typeface="Bitter"/>
                <a:sym typeface="Bit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itter"/>
              <a:buNone/>
              <a:defRPr b="1" sz="21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itter"/>
              <a:buNone/>
              <a:defRPr b="1" sz="21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itter"/>
              <a:buNone/>
              <a:defRPr b="1" sz="21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itter"/>
              <a:buNone/>
              <a:defRPr b="1" sz="21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itter"/>
              <a:buNone/>
              <a:defRPr b="1" sz="21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itter"/>
              <a:buNone/>
              <a:defRPr b="1" sz="21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itter"/>
              <a:buNone/>
              <a:defRPr b="1" sz="21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itter"/>
              <a:buNone/>
              <a:defRPr b="1" sz="21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4" type="title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Bitter"/>
              <a:buNone/>
              <a:defRPr sz="6000">
                <a:latin typeface="Bitter"/>
                <a:ea typeface="Bitter"/>
                <a:cs typeface="Bitter"/>
                <a:sym typeface="Bitter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5" type="subTitle"/>
          </p:nvPr>
        </p:nvSpPr>
        <p:spPr>
          <a:xfrm>
            <a:off x="2223600" y="4031789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91" name="Google Shape;391;p29"/>
          <p:cNvCxnSpPr/>
          <p:nvPr/>
        </p:nvCxnSpPr>
        <p:spPr>
          <a:xfrm>
            <a:off x="710400" y="4880125"/>
            <a:ext cx="772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0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0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5" name="Google Shape;395;p30"/>
          <p:cNvSpPr txBox="1"/>
          <p:nvPr>
            <p:ph idx="1" type="subTitle"/>
          </p:nvPr>
        </p:nvSpPr>
        <p:spPr>
          <a:xfrm>
            <a:off x="2347900" y="1736225"/>
            <a:ext cx="44481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3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97" name="Google Shape;397;p30"/>
          <p:cNvGrpSpPr/>
          <p:nvPr/>
        </p:nvGrpSpPr>
        <p:grpSpPr>
          <a:xfrm rot="-899960">
            <a:off x="8148246" y="1121310"/>
            <a:ext cx="2665777" cy="6269479"/>
            <a:chOff x="3163538" y="306007"/>
            <a:chExt cx="2665857" cy="6269666"/>
          </a:xfrm>
        </p:grpSpPr>
        <p:sp>
          <p:nvSpPr>
            <p:cNvPr id="398" name="Google Shape;398;p30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30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30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30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30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0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30"/>
          <p:cNvGrpSpPr/>
          <p:nvPr/>
        </p:nvGrpSpPr>
        <p:grpSpPr>
          <a:xfrm rot="-193307">
            <a:off x="-737332" y="-420394"/>
            <a:ext cx="2207557" cy="2972080"/>
            <a:chOff x="6782650" y="1696232"/>
            <a:chExt cx="2207600" cy="2972138"/>
          </a:xfrm>
        </p:grpSpPr>
        <p:sp>
          <p:nvSpPr>
            <p:cNvPr id="406" name="Google Shape;406;p30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30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1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2" name="Google Shape;412;p31"/>
          <p:cNvGrpSpPr/>
          <p:nvPr/>
        </p:nvGrpSpPr>
        <p:grpSpPr>
          <a:xfrm rot="-9124578">
            <a:off x="-257140" y="-472880"/>
            <a:ext cx="1020135" cy="1373430"/>
            <a:chOff x="6782650" y="1696232"/>
            <a:chExt cx="2207600" cy="2972138"/>
          </a:xfrm>
        </p:grpSpPr>
        <p:sp>
          <p:nvSpPr>
            <p:cNvPr id="413" name="Google Shape;413;p31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1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1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31"/>
          <p:cNvGrpSpPr/>
          <p:nvPr/>
        </p:nvGrpSpPr>
        <p:grpSpPr>
          <a:xfrm rot="2700000">
            <a:off x="-523445" y="4112270"/>
            <a:ext cx="798505" cy="1878842"/>
            <a:chOff x="3163538" y="306007"/>
            <a:chExt cx="2665857" cy="6269666"/>
          </a:xfrm>
        </p:grpSpPr>
        <p:sp>
          <p:nvSpPr>
            <p:cNvPr id="418" name="Google Shape;418;p31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" name="Google Shape;425;p31"/>
          <p:cNvGrpSpPr/>
          <p:nvPr/>
        </p:nvGrpSpPr>
        <p:grpSpPr>
          <a:xfrm>
            <a:off x="8544479" y="2588004"/>
            <a:ext cx="3256588" cy="441251"/>
            <a:chOff x="6304675" y="490675"/>
            <a:chExt cx="3552900" cy="481400"/>
          </a:xfrm>
        </p:grpSpPr>
        <p:cxnSp>
          <p:nvCxnSpPr>
            <p:cNvPr id="426" name="Google Shape;426;p31"/>
            <p:cNvCxnSpPr/>
            <p:nvPr/>
          </p:nvCxnSpPr>
          <p:spPr>
            <a:xfrm>
              <a:off x="6304675" y="4906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7" name="Google Shape;427;p31"/>
            <p:cNvCxnSpPr/>
            <p:nvPr/>
          </p:nvCxnSpPr>
          <p:spPr>
            <a:xfrm>
              <a:off x="6304675" y="6110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8" name="Google Shape;428;p31"/>
            <p:cNvCxnSpPr/>
            <p:nvPr/>
          </p:nvCxnSpPr>
          <p:spPr>
            <a:xfrm>
              <a:off x="6304675" y="7313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p31"/>
            <p:cNvCxnSpPr/>
            <p:nvPr/>
          </p:nvCxnSpPr>
          <p:spPr>
            <a:xfrm>
              <a:off x="6304675" y="8517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0" name="Google Shape;430;p31"/>
            <p:cNvCxnSpPr/>
            <p:nvPr/>
          </p:nvCxnSpPr>
          <p:spPr>
            <a:xfrm>
              <a:off x="6304675" y="9720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2"/>
          <p:cNvPicPr preferRelativeResize="0"/>
          <p:nvPr/>
        </p:nvPicPr>
        <p:blipFill rotWithShape="1">
          <a:blip r:embed="rId2">
            <a:alphaModFix amt="61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3" name="Google Shape;433;p32"/>
          <p:cNvGrpSpPr/>
          <p:nvPr/>
        </p:nvGrpSpPr>
        <p:grpSpPr>
          <a:xfrm rot="8100000">
            <a:off x="-387052" y="-1010919"/>
            <a:ext cx="795866" cy="1871749"/>
            <a:chOff x="3163538" y="306007"/>
            <a:chExt cx="2665857" cy="6269666"/>
          </a:xfrm>
        </p:grpSpPr>
        <p:sp>
          <p:nvSpPr>
            <p:cNvPr id="434" name="Google Shape;434;p32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2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2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2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32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32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" name="Google Shape;441;p32"/>
          <p:cNvGrpSpPr/>
          <p:nvPr/>
        </p:nvGrpSpPr>
        <p:grpSpPr>
          <a:xfrm rot="-9124529">
            <a:off x="8788287" y="3125935"/>
            <a:ext cx="844747" cy="1137301"/>
            <a:chOff x="6782650" y="1696232"/>
            <a:chExt cx="2207600" cy="2972138"/>
          </a:xfrm>
        </p:grpSpPr>
        <p:sp>
          <p:nvSpPr>
            <p:cNvPr id="442" name="Google Shape;442;p32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32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2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2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32"/>
          <p:cNvGrpSpPr/>
          <p:nvPr/>
        </p:nvGrpSpPr>
        <p:grpSpPr>
          <a:xfrm>
            <a:off x="-1596789" y="4702260"/>
            <a:ext cx="2696296" cy="365334"/>
            <a:chOff x="6304675" y="490675"/>
            <a:chExt cx="3552900" cy="481400"/>
          </a:xfrm>
        </p:grpSpPr>
        <p:cxnSp>
          <p:nvCxnSpPr>
            <p:cNvPr id="447" name="Google Shape;447;p32"/>
            <p:cNvCxnSpPr/>
            <p:nvPr/>
          </p:nvCxnSpPr>
          <p:spPr>
            <a:xfrm>
              <a:off x="6304675" y="4906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32"/>
            <p:cNvCxnSpPr/>
            <p:nvPr/>
          </p:nvCxnSpPr>
          <p:spPr>
            <a:xfrm>
              <a:off x="6304675" y="6110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32"/>
            <p:cNvCxnSpPr/>
            <p:nvPr/>
          </p:nvCxnSpPr>
          <p:spPr>
            <a:xfrm>
              <a:off x="6304675" y="7313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32"/>
            <p:cNvCxnSpPr/>
            <p:nvPr/>
          </p:nvCxnSpPr>
          <p:spPr>
            <a:xfrm>
              <a:off x="6304675" y="8517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1" name="Google Shape;451;p32"/>
            <p:cNvCxnSpPr/>
            <p:nvPr/>
          </p:nvCxnSpPr>
          <p:spPr>
            <a:xfrm>
              <a:off x="6304675" y="9720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itter"/>
              <a:buNone/>
              <a:defRPr b="1" i="0" sz="35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i="0" sz="35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spreadsheets/d/1ZLQVV0rx9v_zP5syVJqaI2Dzx9W4VGbQR2T2EFhQhHI/copy" TargetMode="External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3"/>
          <p:cNvSpPr txBox="1"/>
          <p:nvPr>
            <p:ph type="ctrTitle"/>
          </p:nvPr>
        </p:nvSpPr>
        <p:spPr>
          <a:xfrm>
            <a:off x="1068039" y="1384188"/>
            <a:ext cx="7515900" cy="237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800"/>
              <a:t>Web-Based Campus Navigation Application for Babcock University</a:t>
            </a:r>
            <a:endParaRPr sz="48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457" name="Google Shape;457;p33"/>
          <p:cNvSpPr txBox="1"/>
          <p:nvPr>
            <p:ph idx="1" type="subTitle"/>
          </p:nvPr>
        </p:nvSpPr>
        <p:spPr>
          <a:xfrm>
            <a:off x="2555700" y="3127100"/>
            <a:ext cx="4032600" cy="13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400"/>
              <a:t>By</a:t>
            </a:r>
            <a:endParaRPr b="1" sz="14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400"/>
              <a:t>JIMO AHMED OLALEKAN 22/0416 </a:t>
            </a:r>
            <a:endParaRPr b="1" sz="14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400"/>
              <a:t>OBIH JOAN CHIDINMA 22/2610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400"/>
              <a:t>ODUKOYA ENIOLA AYOOLUWA 22/2221</a:t>
            </a:r>
            <a:endParaRPr b="1" sz="14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400"/>
          </a:p>
        </p:txBody>
      </p:sp>
      <p:grpSp>
        <p:nvGrpSpPr>
          <p:cNvPr id="458" name="Google Shape;458;p33"/>
          <p:cNvGrpSpPr/>
          <p:nvPr/>
        </p:nvGrpSpPr>
        <p:grpSpPr>
          <a:xfrm>
            <a:off x="7218963" y="3626132"/>
            <a:ext cx="2665857" cy="6269666"/>
            <a:chOff x="3163538" y="306007"/>
            <a:chExt cx="2665857" cy="6269666"/>
          </a:xfrm>
        </p:grpSpPr>
        <p:sp>
          <p:nvSpPr>
            <p:cNvPr id="459" name="Google Shape;459;p33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33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33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33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3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3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33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6" name="Google Shape;466;p33"/>
          <p:cNvGrpSpPr/>
          <p:nvPr/>
        </p:nvGrpSpPr>
        <p:grpSpPr>
          <a:xfrm>
            <a:off x="-738325" y="-1475943"/>
            <a:ext cx="2207600" cy="2972138"/>
            <a:chOff x="6782650" y="1696232"/>
            <a:chExt cx="2207600" cy="2972138"/>
          </a:xfrm>
        </p:grpSpPr>
        <p:sp>
          <p:nvSpPr>
            <p:cNvPr id="467" name="Google Shape;467;p33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33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71" name="Google Shape;471;p33"/>
          <p:cNvCxnSpPr/>
          <p:nvPr/>
        </p:nvCxnSpPr>
        <p:spPr>
          <a:xfrm>
            <a:off x="-1876224" y="4896094"/>
            <a:ext cx="751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33"/>
          <p:cNvCxnSpPr/>
          <p:nvPr/>
        </p:nvCxnSpPr>
        <p:spPr>
          <a:xfrm>
            <a:off x="4131905" y="275331"/>
            <a:ext cx="7515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33"/>
          <p:cNvSpPr txBox="1"/>
          <p:nvPr/>
        </p:nvSpPr>
        <p:spPr>
          <a:xfrm>
            <a:off x="3157650" y="4195550"/>
            <a:ext cx="28287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SUPERVISED BY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Prof. Eze M.O.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4"/>
          <p:cNvSpPr txBox="1"/>
          <p:nvPr>
            <p:ph type="title"/>
          </p:nvPr>
        </p:nvSpPr>
        <p:spPr>
          <a:xfrm>
            <a:off x="1718846" y="-12"/>
            <a:ext cx="57063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4800" u="sng"/>
              <a:t>Introduction</a:t>
            </a:r>
            <a:endParaRPr sz="4800" u="sng"/>
          </a:p>
        </p:txBody>
      </p:sp>
      <p:sp>
        <p:nvSpPr>
          <p:cNvPr id="479" name="Google Shape;479;p34"/>
          <p:cNvSpPr txBox="1"/>
          <p:nvPr>
            <p:ph idx="1" type="subTitle"/>
          </p:nvPr>
        </p:nvSpPr>
        <p:spPr>
          <a:xfrm>
            <a:off x="-25" y="1098901"/>
            <a:ext cx="3217500" cy="30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400"/>
              <a:t>Problem</a:t>
            </a:r>
            <a:endParaRPr b="1" sz="24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· Difficult Campus Navigation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· Large, complex campus layout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· Challenging for new students &amp; visitors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· Ineffective Current Solutions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· Static paper maps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· Generic digital maps (e.g., Google Maps)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  · Lack campus-specific context &amp; real-time updates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grpSp>
        <p:nvGrpSpPr>
          <p:cNvPr id="480" name="Google Shape;480;p34"/>
          <p:cNvGrpSpPr/>
          <p:nvPr/>
        </p:nvGrpSpPr>
        <p:grpSpPr>
          <a:xfrm>
            <a:off x="-723484" y="4737642"/>
            <a:ext cx="2665857" cy="6269666"/>
            <a:chOff x="3163538" y="306007"/>
            <a:chExt cx="2665857" cy="6269666"/>
          </a:xfrm>
        </p:grpSpPr>
        <p:sp>
          <p:nvSpPr>
            <p:cNvPr id="481" name="Google Shape;481;p34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34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8" name="Google Shape;488;p34"/>
          <p:cNvSpPr/>
          <p:nvPr/>
        </p:nvSpPr>
        <p:spPr>
          <a:xfrm flipH="1" rot="10800000">
            <a:off x="8698240" y="4457757"/>
            <a:ext cx="1104600" cy="1054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1155600" y="888200"/>
            <a:ext cx="171300" cy="171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90" name="Google Shape;490;p34"/>
          <p:cNvGrpSpPr/>
          <p:nvPr/>
        </p:nvGrpSpPr>
        <p:grpSpPr>
          <a:xfrm rot="8321361">
            <a:off x="-286234" y="-204128"/>
            <a:ext cx="849075" cy="745119"/>
            <a:chOff x="6782650" y="1696232"/>
            <a:chExt cx="2207600" cy="2972138"/>
          </a:xfrm>
        </p:grpSpPr>
        <p:sp>
          <p:nvSpPr>
            <p:cNvPr id="491" name="Google Shape;491;p34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34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5" name="Google Shape;495;p34"/>
          <p:cNvGrpSpPr/>
          <p:nvPr/>
        </p:nvGrpSpPr>
        <p:grpSpPr>
          <a:xfrm rot="-2700000">
            <a:off x="7933713" y="-238722"/>
            <a:ext cx="3256417" cy="441228"/>
            <a:chOff x="6304675" y="490675"/>
            <a:chExt cx="3552900" cy="481400"/>
          </a:xfrm>
        </p:grpSpPr>
        <p:cxnSp>
          <p:nvCxnSpPr>
            <p:cNvPr id="496" name="Google Shape;496;p34"/>
            <p:cNvCxnSpPr/>
            <p:nvPr/>
          </p:nvCxnSpPr>
          <p:spPr>
            <a:xfrm>
              <a:off x="6304675" y="4906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7" name="Google Shape;497;p34"/>
            <p:cNvCxnSpPr/>
            <p:nvPr/>
          </p:nvCxnSpPr>
          <p:spPr>
            <a:xfrm>
              <a:off x="6304675" y="6110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8" name="Google Shape;498;p34"/>
            <p:cNvCxnSpPr/>
            <p:nvPr/>
          </p:nvCxnSpPr>
          <p:spPr>
            <a:xfrm>
              <a:off x="6304675" y="7313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9" name="Google Shape;499;p34"/>
            <p:cNvCxnSpPr/>
            <p:nvPr/>
          </p:nvCxnSpPr>
          <p:spPr>
            <a:xfrm>
              <a:off x="6304675" y="8517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0" name="Google Shape;500;p34"/>
            <p:cNvCxnSpPr/>
            <p:nvPr/>
          </p:nvCxnSpPr>
          <p:spPr>
            <a:xfrm>
              <a:off x="6304675" y="9720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01" name="Google Shape;501;p34"/>
          <p:cNvSpPr txBox="1"/>
          <p:nvPr/>
        </p:nvSpPr>
        <p:spPr>
          <a:xfrm>
            <a:off x="3217487" y="2561089"/>
            <a:ext cx="2378100" cy="15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Consequences</a:t>
            </a:r>
            <a:endParaRPr b="1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· </a:t>
            </a: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Delays &amp; missed appointments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· User frustration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5595575" y="1289200"/>
            <a:ext cx="3217500" cy="30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Solution</a:t>
            </a:r>
            <a:endParaRPr b="1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· Web-based (no installation required)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· Interactive campus maps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· Real-time routing and directions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· Searchable building directory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· Mobile-responsive design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· Live location tracking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03" name="Google Shape;503;p34"/>
          <p:cNvCxnSpPr/>
          <p:nvPr/>
        </p:nvCxnSpPr>
        <p:spPr>
          <a:xfrm flipH="1">
            <a:off x="3217483" y="1437976"/>
            <a:ext cx="4500" cy="356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34"/>
          <p:cNvCxnSpPr/>
          <p:nvPr/>
        </p:nvCxnSpPr>
        <p:spPr>
          <a:xfrm flipH="1">
            <a:off x="5595571" y="1437976"/>
            <a:ext cx="4500" cy="356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5"/>
          <p:cNvSpPr txBox="1"/>
          <p:nvPr>
            <p:ph type="title"/>
          </p:nvPr>
        </p:nvSpPr>
        <p:spPr>
          <a:xfrm>
            <a:off x="2382000" y="341775"/>
            <a:ext cx="4380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510" name="Google Shape;510;p35"/>
          <p:cNvSpPr txBox="1"/>
          <p:nvPr/>
        </p:nvSpPr>
        <p:spPr>
          <a:xfrm>
            <a:off x="1549513" y="1056474"/>
            <a:ext cx="64689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core problem is the absence of a dedicated, context-aware navigation system for Babcock University, leading to: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p35"/>
          <p:cNvSpPr/>
          <p:nvPr/>
        </p:nvSpPr>
        <p:spPr>
          <a:xfrm>
            <a:off x="1316427" y="2287169"/>
            <a:ext cx="2188800" cy="1218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5395737" y="3645256"/>
            <a:ext cx="2188800" cy="1218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3" name="Google Shape;513;p35"/>
          <p:cNvSpPr/>
          <p:nvPr/>
        </p:nvSpPr>
        <p:spPr>
          <a:xfrm>
            <a:off x="1316423" y="3645256"/>
            <a:ext cx="2188800" cy="1218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5395731" y="2287181"/>
            <a:ext cx="2188800" cy="1218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5" name="Google Shape;515;p35"/>
          <p:cNvSpPr txBox="1"/>
          <p:nvPr/>
        </p:nvSpPr>
        <p:spPr>
          <a:xfrm>
            <a:off x="1549527" y="2385725"/>
            <a:ext cx="1722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Difficulty </a:t>
            </a:r>
            <a:endParaRPr b="1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endParaRPr b="1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Navigation</a:t>
            </a:r>
            <a:endParaRPr b="1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" name="Google Shape;516;p35"/>
          <p:cNvSpPr txBox="1"/>
          <p:nvPr/>
        </p:nvSpPr>
        <p:spPr>
          <a:xfrm>
            <a:off x="5395716" y="2350863"/>
            <a:ext cx="21888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Ineffective</a:t>
            </a:r>
            <a:endParaRPr b="1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Existing</a:t>
            </a:r>
            <a:endParaRPr b="1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Tools</a:t>
            </a:r>
            <a:endParaRPr b="1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7" name="Google Shape;517;p35"/>
          <p:cNvSpPr txBox="1"/>
          <p:nvPr/>
        </p:nvSpPr>
        <p:spPr>
          <a:xfrm>
            <a:off x="1549527" y="3883155"/>
            <a:ext cx="1722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Negative </a:t>
            </a:r>
            <a:endParaRPr b="1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Impact</a:t>
            </a:r>
            <a:endParaRPr b="1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5628828" y="3883156"/>
            <a:ext cx="1722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Productivity</a:t>
            </a:r>
            <a:endParaRPr b="1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Loss </a:t>
            </a:r>
            <a:endParaRPr b="1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6"/>
          <p:cNvSpPr txBox="1"/>
          <p:nvPr>
            <p:ph type="title"/>
          </p:nvPr>
        </p:nvSpPr>
        <p:spPr>
          <a:xfrm>
            <a:off x="720000" y="0"/>
            <a:ext cx="6244800" cy="12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4800"/>
              <a:t>Research Motivation</a:t>
            </a:r>
            <a:endParaRPr sz="4800"/>
          </a:p>
        </p:txBody>
      </p:sp>
      <p:sp>
        <p:nvSpPr>
          <p:cNvPr id="524" name="Google Shape;524;p36"/>
          <p:cNvSpPr txBox="1"/>
          <p:nvPr>
            <p:ph idx="1" type="subTitle"/>
          </p:nvPr>
        </p:nvSpPr>
        <p:spPr>
          <a:xfrm>
            <a:off x="621150" y="1480145"/>
            <a:ext cx="6442500" cy="29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· Address real navigation pain points for new students and visitors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· Support Babcock's smart campus initiatives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· Enhance overall university experience and technological image</a:t>
            </a:r>
            <a:endParaRPr sz="2400"/>
          </a:p>
        </p:txBody>
      </p:sp>
      <p:grpSp>
        <p:nvGrpSpPr>
          <p:cNvPr id="525" name="Google Shape;525;p36"/>
          <p:cNvGrpSpPr/>
          <p:nvPr/>
        </p:nvGrpSpPr>
        <p:grpSpPr>
          <a:xfrm rot="-7200097">
            <a:off x="8721873" y="-3474137"/>
            <a:ext cx="2981349" cy="7011653"/>
            <a:chOff x="3163538" y="306007"/>
            <a:chExt cx="2665857" cy="6269666"/>
          </a:xfrm>
        </p:grpSpPr>
        <p:sp>
          <p:nvSpPr>
            <p:cNvPr id="526" name="Google Shape;526;p36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7"/>
          <p:cNvSpPr txBox="1"/>
          <p:nvPr>
            <p:ph type="title"/>
          </p:nvPr>
        </p:nvSpPr>
        <p:spPr>
          <a:xfrm>
            <a:off x="1566450" y="410746"/>
            <a:ext cx="60111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4800"/>
              <a:t>Aim and Objectives</a:t>
            </a:r>
            <a:endParaRPr sz="4800"/>
          </a:p>
        </p:txBody>
      </p:sp>
      <p:sp>
        <p:nvSpPr>
          <p:cNvPr id="538" name="Google Shape;538;p37"/>
          <p:cNvSpPr txBox="1"/>
          <p:nvPr>
            <p:ph idx="1" type="subTitle"/>
          </p:nvPr>
        </p:nvSpPr>
        <p:spPr>
          <a:xfrm>
            <a:off x="3851132" y="1528201"/>
            <a:ext cx="4748700" cy="3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400"/>
              <a:t>Specific Objectives</a:t>
            </a:r>
            <a:r>
              <a:rPr lang="en" sz="2400"/>
              <a:t>:</a:t>
            </a: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  1. To evaluate the limitations of existing campus navigation systems.</a:t>
            </a:r>
            <a:endParaRPr sz="1800"/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  2. To design and develop a web-based system using HTML, CSS and JavaScript. </a:t>
            </a:r>
            <a:endParaRPr sz="1800"/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  3. To integrate geolocation and searchable campus directories.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539" name="Google Shape;539;p37"/>
          <p:cNvSpPr txBox="1"/>
          <p:nvPr>
            <p:ph idx="2" type="subTitle"/>
          </p:nvPr>
        </p:nvSpPr>
        <p:spPr>
          <a:xfrm>
            <a:off x="0" y="1528204"/>
            <a:ext cx="4151400" cy="25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400"/>
              <a:t>Aim</a:t>
            </a:r>
            <a:r>
              <a:rPr lang="en"/>
              <a:t>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400"/>
              <a:t> · </a:t>
            </a:r>
            <a:r>
              <a:rPr lang="en" sz="1800"/>
              <a:t>To design and develop a web-based digital campus navigation system for Babcock University that provides an efficient, interactive, and context-aware method of locating key facilities.</a:t>
            </a:r>
            <a:endParaRPr sz="1800"/>
          </a:p>
        </p:txBody>
      </p:sp>
      <p:grpSp>
        <p:nvGrpSpPr>
          <p:cNvPr id="540" name="Google Shape;540;p37"/>
          <p:cNvGrpSpPr/>
          <p:nvPr/>
        </p:nvGrpSpPr>
        <p:grpSpPr>
          <a:xfrm rot="8113267">
            <a:off x="8092211" y="4722188"/>
            <a:ext cx="2442283" cy="3453714"/>
            <a:chOff x="3163538" y="306007"/>
            <a:chExt cx="2665857" cy="6269666"/>
          </a:xfrm>
        </p:grpSpPr>
        <p:sp>
          <p:nvSpPr>
            <p:cNvPr id="541" name="Google Shape;541;p37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37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37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37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37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8"/>
          <p:cNvSpPr/>
          <p:nvPr/>
        </p:nvSpPr>
        <p:spPr>
          <a:xfrm>
            <a:off x="682925" y="1316725"/>
            <a:ext cx="7642200" cy="200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3" name="Google Shape;553;p38"/>
          <p:cNvSpPr/>
          <p:nvPr/>
        </p:nvSpPr>
        <p:spPr>
          <a:xfrm>
            <a:off x="884350" y="1430724"/>
            <a:ext cx="7310700" cy="1784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4" name="Google Shape;554;p38"/>
          <p:cNvSpPr txBox="1"/>
          <p:nvPr>
            <p:ph type="title"/>
          </p:nvPr>
        </p:nvSpPr>
        <p:spPr>
          <a:xfrm>
            <a:off x="1792950" y="338500"/>
            <a:ext cx="55875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Significance and Benefits</a:t>
            </a:r>
            <a:endParaRPr/>
          </a:p>
        </p:txBody>
      </p:sp>
      <p:sp>
        <p:nvSpPr>
          <p:cNvPr id="555" name="Google Shape;555;p38"/>
          <p:cNvSpPr/>
          <p:nvPr/>
        </p:nvSpPr>
        <p:spPr>
          <a:xfrm>
            <a:off x="1898825" y="1215975"/>
            <a:ext cx="302700" cy="302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p38"/>
          <p:cNvCxnSpPr/>
          <p:nvPr/>
        </p:nvCxnSpPr>
        <p:spPr>
          <a:xfrm>
            <a:off x="2050175" y="1518675"/>
            <a:ext cx="0" cy="37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57" name="Google Shape;557;p38"/>
          <p:cNvSpPr txBox="1"/>
          <p:nvPr>
            <p:ph idx="4294967295" type="title"/>
          </p:nvPr>
        </p:nvSpPr>
        <p:spPr>
          <a:xfrm>
            <a:off x="1198925" y="1893075"/>
            <a:ext cx="170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400"/>
              <a:t>Students</a:t>
            </a:r>
            <a:endParaRPr sz="2400"/>
          </a:p>
        </p:txBody>
      </p:sp>
      <p:sp>
        <p:nvSpPr>
          <p:cNvPr id="558" name="Google Shape;558;p38"/>
          <p:cNvSpPr txBox="1"/>
          <p:nvPr>
            <p:ph idx="4294967295" type="subTitle"/>
          </p:nvPr>
        </p:nvSpPr>
        <p:spPr>
          <a:xfrm>
            <a:off x="1283330" y="2299500"/>
            <a:ext cx="22206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Reduced stress,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better time management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3601667" y="1215975"/>
            <a:ext cx="302700" cy="302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0" name="Google Shape;560;p38"/>
          <p:cNvCxnSpPr/>
          <p:nvPr/>
        </p:nvCxnSpPr>
        <p:spPr>
          <a:xfrm>
            <a:off x="3753017" y="1518675"/>
            <a:ext cx="0" cy="37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61" name="Google Shape;561;p38"/>
          <p:cNvSpPr txBox="1"/>
          <p:nvPr>
            <p:ph idx="4294967295" type="title"/>
          </p:nvPr>
        </p:nvSpPr>
        <p:spPr>
          <a:xfrm>
            <a:off x="2901759" y="1893075"/>
            <a:ext cx="1702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400"/>
              <a:t>Visitors</a:t>
            </a:r>
            <a:endParaRPr sz="2400"/>
          </a:p>
        </p:txBody>
      </p:sp>
      <p:sp>
        <p:nvSpPr>
          <p:cNvPr id="562" name="Google Shape;562;p38"/>
          <p:cNvSpPr txBox="1"/>
          <p:nvPr>
            <p:ph idx="4294967295" type="subTitle"/>
          </p:nvPr>
        </p:nvSpPr>
        <p:spPr>
          <a:xfrm>
            <a:off x="2901759" y="2299500"/>
            <a:ext cx="170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Improved first impression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3" name="Google Shape;563;p38"/>
          <p:cNvSpPr/>
          <p:nvPr/>
        </p:nvSpPr>
        <p:spPr>
          <a:xfrm>
            <a:off x="5304484" y="1215975"/>
            <a:ext cx="302700" cy="302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4" name="Google Shape;564;p38"/>
          <p:cNvCxnSpPr/>
          <p:nvPr/>
        </p:nvCxnSpPr>
        <p:spPr>
          <a:xfrm>
            <a:off x="5455834" y="1518675"/>
            <a:ext cx="0" cy="37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65" name="Google Shape;565;p38"/>
          <p:cNvSpPr txBox="1"/>
          <p:nvPr>
            <p:ph idx="4294967295" type="title"/>
          </p:nvPr>
        </p:nvSpPr>
        <p:spPr>
          <a:xfrm>
            <a:off x="4267533" y="1893075"/>
            <a:ext cx="1894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400"/>
              <a:t>University</a:t>
            </a:r>
            <a:endParaRPr sz="2400"/>
          </a:p>
        </p:txBody>
      </p:sp>
      <p:sp>
        <p:nvSpPr>
          <p:cNvPr id="566" name="Google Shape;566;p38"/>
          <p:cNvSpPr txBox="1"/>
          <p:nvPr>
            <p:ph idx="4294967295" type="subTitle"/>
          </p:nvPr>
        </p:nvSpPr>
        <p:spPr>
          <a:xfrm>
            <a:off x="4604563" y="2236613"/>
            <a:ext cx="1702500" cy="10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Enhanced technological reputation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7" name="Google Shape;567;p38"/>
          <p:cNvSpPr/>
          <p:nvPr/>
        </p:nvSpPr>
        <p:spPr>
          <a:xfrm>
            <a:off x="7007326" y="1215975"/>
            <a:ext cx="302700" cy="302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8" name="Google Shape;568;p38"/>
          <p:cNvCxnSpPr/>
          <p:nvPr/>
        </p:nvCxnSpPr>
        <p:spPr>
          <a:xfrm>
            <a:off x="7158676" y="1518675"/>
            <a:ext cx="0" cy="37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69" name="Google Shape;569;p38"/>
          <p:cNvSpPr txBox="1"/>
          <p:nvPr>
            <p:ph idx="4294967295" type="title"/>
          </p:nvPr>
        </p:nvSpPr>
        <p:spPr>
          <a:xfrm>
            <a:off x="5860125" y="1893075"/>
            <a:ext cx="259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400"/>
              <a:t>Administrative</a:t>
            </a:r>
            <a:endParaRPr sz="2400"/>
          </a:p>
        </p:txBody>
      </p:sp>
      <p:sp>
        <p:nvSpPr>
          <p:cNvPr id="570" name="Google Shape;570;p38"/>
          <p:cNvSpPr txBox="1"/>
          <p:nvPr>
            <p:ph idx="4294967295" type="subTitle"/>
          </p:nvPr>
        </p:nvSpPr>
        <p:spPr>
          <a:xfrm>
            <a:off x="6307426" y="2299500"/>
            <a:ext cx="1702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Reduced direction-giving interruptions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1" name="Google Shape;571;p38"/>
          <p:cNvSpPr/>
          <p:nvPr/>
        </p:nvSpPr>
        <p:spPr>
          <a:xfrm>
            <a:off x="4267528" y="2912113"/>
            <a:ext cx="302700" cy="302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2" name="Google Shape;572;p38"/>
          <p:cNvCxnSpPr/>
          <p:nvPr/>
        </p:nvCxnSpPr>
        <p:spPr>
          <a:xfrm>
            <a:off x="4418874" y="3261725"/>
            <a:ext cx="0" cy="37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73" name="Google Shape;573;p38"/>
          <p:cNvSpPr txBox="1"/>
          <p:nvPr>
            <p:ph idx="4294967295" type="title"/>
          </p:nvPr>
        </p:nvSpPr>
        <p:spPr>
          <a:xfrm>
            <a:off x="3503925" y="3605275"/>
            <a:ext cx="2597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400"/>
              <a:t>Impact Areas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9"/>
          <p:cNvSpPr/>
          <p:nvPr/>
        </p:nvSpPr>
        <p:spPr>
          <a:xfrm>
            <a:off x="3423375" y="2271150"/>
            <a:ext cx="2304000" cy="1063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9" name="Google Shape;579;p39"/>
          <p:cNvSpPr txBox="1"/>
          <p:nvPr/>
        </p:nvSpPr>
        <p:spPr>
          <a:xfrm>
            <a:off x="1389475" y="1315275"/>
            <a:ext cx="2502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Google Scholar</a:t>
            </a:r>
            <a:endParaRPr b="1" i="0" sz="2400" u="none" cap="none" strike="noStrike">
              <a:solidFill>
                <a:schemeClr val="dk1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80" name="Google Shape;580;p39"/>
          <p:cNvSpPr txBox="1"/>
          <p:nvPr>
            <p:ph type="title"/>
          </p:nvPr>
        </p:nvSpPr>
        <p:spPr>
          <a:xfrm>
            <a:off x="201225" y="-238050"/>
            <a:ext cx="87483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400"/>
              <a:t>In carrying out the literature review, this study ensured the use of credible and published articles obtained from the following sources:</a:t>
            </a:r>
            <a:endParaRPr sz="2400"/>
          </a:p>
        </p:txBody>
      </p:sp>
      <p:sp>
        <p:nvSpPr>
          <p:cNvPr id="581" name="Google Shape;581;p39"/>
          <p:cNvSpPr txBox="1"/>
          <p:nvPr/>
        </p:nvSpPr>
        <p:spPr>
          <a:xfrm>
            <a:off x="1389475" y="3484000"/>
            <a:ext cx="2304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ResearchGate</a:t>
            </a:r>
            <a:endParaRPr b="1" i="0" sz="2400" u="none" cap="none" strike="noStrike">
              <a:solidFill>
                <a:schemeClr val="dk1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82" name="Google Shape;582;p39"/>
          <p:cNvSpPr txBox="1"/>
          <p:nvPr/>
        </p:nvSpPr>
        <p:spPr>
          <a:xfrm>
            <a:off x="6333774" y="1315263"/>
            <a:ext cx="2020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IEEE Xplore</a:t>
            </a:r>
            <a:endParaRPr b="1" i="0" sz="2400" u="none" cap="none" strike="noStrike">
              <a:solidFill>
                <a:schemeClr val="dk1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83" name="Google Shape;583;p39"/>
          <p:cNvSpPr txBox="1"/>
          <p:nvPr/>
        </p:nvSpPr>
        <p:spPr>
          <a:xfrm>
            <a:off x="6333775" y="3484000"/>
            <a:ext cx="2709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Online Documentation</a:t>
            </a:r>
            <a:endParaRPr b="1" i="0" sz="2400" u="none" cap="none" strike="noStrike">
              <a:solidFill>
                <a:schemeClr val="dk1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584" name="Google Shape;584;p39"/>
          <p:cNvSpPr txBox="1"/>
          <p:nvPr/>
        </p:nvSpPr>
        <p:spPr>
          <a:xfrm>
            <a:off x="1389474" y="1732955"/>
            <a:ext cx="2020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15 Articles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5" name="Google Shape;585;p39"/>
          <p:cNvSpPr txBox="1"/>
          <p:nvPr/>
        </p:nvSpPr>
        <p:spPr>
          <a:xfrm>
            <a:off x="1389474" y="3901698"/>
            <a:ext cx="2020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 Articles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6" name="Google Shape;586;p39"/>
          <p:cNvSpPr txBox="1"/>
          <p:nvPr/>
        </p:nvSpPr>
        <p:spPr>
          <a:xfrm>
            <a:off x="6333774" y="1732955"/>
            <a:ext cx="2020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 Articles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7" name="Google Shape;587;p39"/>
          <p:cNvSpPr txBox="1"/>
          <p:nvPr/>
        </p:nvSpPr>
        <p:spPr>
          <a:xfrm>
            <a:off x="6333774" y="3901698"/>
            <a:ext cx="20208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13 Articles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8" name="Google Shape;588;p39"/>
          <p:cNvSpPr/>
          <p:nvPr/>
        </p:nvSpPr>
        <p:spPr>
          <a:xfrm>
            <a:off x="2666125" y="2427300"/>
            <a:ext cx="3958500" cy="750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Bitter"/>
                <a:ea typeface="Bitter"/>
                <a:cs typeface="Bitter"/>
                <a:sym typeface="Bitter"/>
              </a:rPr>
              <a:t>Literature Review</a:t>
            </a:r>
            <a:endParaRPr b="1" i="0" sz="2400" u="none" cap="none" strike="noStrike">
              <a:solidFill>
                <a:schemeClr val="lt1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cxnSp>
        <p:nvCxnSpPr>
          <p:cNvPr id="589" name="Google Shape;589;p39"/>
          <p:cNvCxnSpPr>
            <a:stCxn id="588" idx="1"/>
          </p:cNvCxnSpPr>
          <p:nvPr/>
        </p:nvCxnSpPr>
        <p:spPr>
          <a:xfrm rot="10800000">
            <a:off x="1857325" y="2802750"/>
            <a:ext cx="80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0" name="Google Shape;590;p39"/>
          <p:cNvCxnSpPr/>
          <p:nvPr/>
        </p:nvCxnSpPr>
        <p:spPr>
          <a:xfrm rot="10800000">
            <a:off x="6079734" y="2802750"/>
            <a:ext cx="80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1" name="Google Shape;591;p39"/>
          <p:cNvCxnSpPr/>
          <p:nvPr/>
        </p:nvCxnSpPr>
        <p:spPr>
          <a:xfrm>
            <a:off x="2262225" y="2557950"/>
            <a:ext cx="0" cy="48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92" name="Google Shape;592;p39"/>
          <p:cNvCxnSpPr/>
          <p:nvPr/>
        </p:nvCxnSpPr>
        <p:spPr>
          <a:xfrm>
            <a:off x="6888525" y="2557950"/>
            <a:ext cx="0" cy="48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593" name="Google Shape;593;p39"/>
          <p:cNvSpPr txBox="1"/>
          <p:nvPr/>
        </p:nvSpPr>
        <p:spPr>
          <a:xfrm>
            <a:off x="1548225" y="4479350"/>
            <a:ext cx="6054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Total Number of Literature Sources Reviewed: 50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0"/>
          <p:cNvSpPr txBox="1"/>
          <p:nvPr>
            <p:ph type="title"/>
          </p:nvPr>
        </p:nvSpPr>
        <p:spPr>
          <a:xfrm>
            <a:off x="720000" y="445025"/>
            <a:ext cx="770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3000"/>
              <a:t>Summary of Key Insights from Literature:</a:t>
            </a:r>
            <a:endParaRPr sz="3000"/>
          </a:p>
        </p:txBody>
      </p:sp>
      <p:graphicFrame>
        <p:nvGraphicFramePr>
          <p:cNvPr id="599" name="Google Shape;599;p40"/>
          <p:cNvGraphicFramePr/>
          <p:nvPr/>
        </p:nvGraphicFramePr>
        <p:xfrm>
          <a:off x="720000" y="1143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{1A2623A4-6A7D-4AC8-BD08-B683FD7C400B}</a:tableStyleId>
              </a:tblPr>
              <a:tblGrid>
                <a:gridCol w="2619875"/>
                <a:gridCol w="5084125"/>
              </a:tblGrid>
              <a:tr h="44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sng" cap="none" strike="noStrike">
                          <a:solidFill>
                            <a:schemeClr val="dk1"/>
                          </a:solidFill>
                          <a:latin typeface="Bitter"/>
                          <a:ea typeface="Bitter"/>
                          <a:cs typeface="Bitter"/>
                          <a:sym typeface="Bitter"/>
                        </a:rPr>
                        <a:t>Web Technologies</a:t>
                      </a:r>
                      <a:endParaRPr b="1" sz="1400" u="sng" cap="none" strike="noStrike">
                        <a:solidFill>
                          <a:schemeClr val="dk1"/>
                        </a:solidFill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9191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HTML, CSS, JavaScript</a:t>
                      </a:r>
                      <a:endParaRPr sz="14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sng" cap="none" strike="noStrike">
                          <a:latin typeface="Bitter"/>
                          <a:ea typeface="Bitter"/>
                          <a:cs typeface="Bitter"/>
                          <a:sym typeface="Bitter"/>
                        </a:rPr>
                        <a:t>Navigation Systems</a:t>
                      </a:r>
                      <a:endParaRPr b="1" sz="1400" u="sng" cap="none" strike="noStrike"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9191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Generic digital maps (Google Maps) are insufficient for campus-specific wayfinding.</a:t>
                      </a:r>
                      <a:endParaRPr sz="14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Bitter"/>
                          <a:ea typeface="Bitter"/>
                          <a:cs typeface="Bitter"/>
                          <a:sym typeface="Bitter"/>
                        </a:rPr>
                        <a:t>Web-Based Mapping</a:t>
                      </a:r>
                      <a:endParaRPr b="1" sz="1400" u="none" cap="none" strike="noStrike"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9191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APIs like Google Maps API and Leaflet.js enable the creation of custom, embeddable interactive maps.</a:t>
                      </a:r>
                      <a:endParaRPr sz="14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sng" cap="none" strike="noStrike">
                          <a:latin typeface="Bitter"/>
                          <a:ea typeface="Bitter"/>
                          <a:cs typeface="Bitter"/>
                          <a:sym typeface="Bitter"/>
                        </a:rPr>
                        <a:t>Campus Applications</a:t>
                      </a:r>
                      <a:endParaRPr b="1" sz="1400" u="sng" cap="none" strike="noStrike"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9191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Dedicated campus systems improve orientation and reduce reliance on human assistance.</a:t>
                      </a:r>
                      <a:endParaRPr sz="14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sng" cap="none" strike="noStrike">
                          <a:latin typeface="Bitter"/>
                          <a:ea typeface="Bitter"/>
                          <a:cs typeface="Bitter"/>
                          <a:sym typeface="Bitter"/>
                        </a:rPr>
                        <a:t>NAVILOC (Covenant University)</a:t>
                      </a:r>
                      <a:endParaRPr b="1" sz="1400" u="sng" cap="none" strike="noStrike"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9191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3D visualization system but lacked web-based interactivity and mobile responsiveness.</a:t>
                      </a:r>
                      <a:endParaRPr sz="14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latin typeface="Bitter"/>
                          <a:ea typeface="Bitter"/>
                          <a:cs typeface="Bitter"/>
                          <a:sym typeface="Bitter"/>
                        </a:rPr>
                        <a:t>Federal University of Technology, Minna</a:t>
                      </a:r>
                      <a:endParaRPr b="1" sz="1400" u="none" cap="none" strike="noStrike">
                        <a:latin typeface="Bitter"/>
                        <a:ea typeface="Bitter"/>
                        <a:cs typeface="Bitter"/>
                        <a:sym typeface="Bit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19191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Focused on offline GIS mapping but lacked real-time navigation and web integration.</a:t>
                      </a:r>
                      <a:endParaRPr sz="1400" u="none" cap="none" strike="noStrike">
                        <a:solidFill>
                          <a:srgbClr val="191919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00" name="Google Shape;600;p40"/>
          <p:cNvSpPr txBox="1"/>
          <p:nvPr/>
        </p:nvSpPr>
        <p:spPr>
          <a:xfrm>
            <a:off x="1002725" y="4139700"/>
            <a:ext cx="66969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191919"/>
                </a:solidFill>
                <a:latin typeface="Bitter"/>
                <a:ea typeface="Bitter"/>
                <a:cs typeface="Bitter"/>
                <a:sym typeface="Bitter"/>
              </a:rPr>
              <a:t>Our study addresses these gaps by developing a responsive, web-based system with real-time navigation features.</a:t>
            </a:r>
            <a:endParaRPr b="1" i="0" sz="1800" u="sng" cap="none" strike="noStrike">
              <a:solidFill>
                <a:srgbClr val="5F5FF6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grpSp>
        <p:nvGrpSpPr>
          <p:cNvPr id="601" name="Google Shape;601;p40"/>
          <p:cNvGrpSpPr/>
          <p:nvPr/>
        </p:nvGrpSpPr>
        <p:grpSpPr>
          <a:xfrm flipH="1" rot="10800000">
            <a:off x="8421649" y="3685278"/>
            <a:ext cx="722547" cy="2452014"/>
            <a:chOff x="6782650" y="1696232"/>
            <a:chExt cx="2207600" cy="2972138"/>
          </a:xfrm>
        </p:grpSpPr>
        <p:sp>
          <p:nvSpPr>
            <p:cNvPr id="602" name="Google Shape;602;p40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40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40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40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6" name="Google Shape;606;p40"/>
          <p:cNvGrpSpPr/>
          <p:nvPr/>
        </p:nvGrpSpPr>
        <p:grpSpPr>
          <a:xfrm rot="8100000">
            <a:off x="-740495" y="-1299371"/>
            <a:ext cx="1034513" cy="2433008"/>
            <a:chOff x="3163538" y="306007"/>
            <a:chExt cx="2665857" cy="6269666"/>
          </a:xfrm>
        </p:grpSpPr>
        <p:sp>
          <p:nvSpPr>
            <p:cNvPr id="607" name="Google Shape;607;p40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40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40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40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40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40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40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4" name="Google Shape;614;p40"/>
          <p:cNvGrpSpPr/>
          <p:nvPr/>
        </p:nvGrpSpPr>
        <p:grpSpPr>
          <a:xfrm rot="-5400000">
            <a:off x="6962579" y="-1225434"/>
            <a:ext cx="3256588" cy="441251"/>
            <a:chOff x="6304675" y="490675"/>
            <a:chExt cx="3552900" cy="481400"/>
          </a:xfrm>
        </p:grpSpPr>
        <p:cxnSp>
          <p:nvCxnSpPr>
            <p:cNvPr id="615" name="Google Shape;615;p40"/>
            <p:cNvCxnSpPr/>
            <p:nvPr/>
          </p:nvCxnSpPr>
          <p:spPr>
            <a:xfrm>
              <a:off x="6304675" y="4906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6" name="Google Shape;616;p40"/>
            <p:cNvCxnSpPr/>
            <p:nvPr/>
          </p:nvCxnSpPr>
          <p:spPr>
            <a:xfrm>
              <a:off x="6304675" y="6110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7" name="Google Shape;617;p40"/>
            <p:cNvCxnSpPr/>
            <p:nvPr/>
          </p:nvCxnSpPr>
          <p:spPr>
            <a:xfrm>
              <a:off x="6304675" y="7313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8" name="Google Shape;618;p40"/>
            <p:cNvCxnSpPr/>
            <p:nvPr/>
          </p:nvCxnSpPr>
          <p:spPr>
            <a:xfrm>
              <a:off x="6304675" y="8517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9" name="Google Shape;619;p40"/>
            <p:cNvCxnSpPr/>
            <p:nvPr/>
          </p:nvCxnSpPr>
          <p:spPr>
            <a:xfrm>
              <a:off x="6304675" y="9720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System Design and Methodology</a:t>
            </a:r>
            <a:endParaRPr/>
          </a:p>
        </p:txBody>
      </p:sp>
      <p:sp>
        <p:nvSpPr>
          <p:cNvPr id="625" name="Google Shape;625;p41"/>
          <p:cNvSpPr txBox="1"/>
          <p:nvPr>
            <p:ph idx="1" type="subTitle"/>
          </p:nvPr>
        </p:nvSpPr>
        <p:spPr>
          <a:xfrm>
            <a:off x="71328" y="2475780"/>
            <a:ext cx="2768400" cy="16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· Methodology: Bottom-Up &amp; Agile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· Focus: Incremental development, continuous testing, and user feedback.</a:t>
            </a:r>
            <a:endParaRPr sz="1800"/>
          </a:p>
        </p:txBody>
      </p:sp>
      <p:sp>
        <p:nvSpPr>
          <p:cNvPr id="626" name="Google Shape;626;p41"/>
          <p:cNvSpPr txBox="1"/>
          <p:nvPr>
            <p:ph idx="2" type="subTitle"/>
          </p:nvPr>
        </p:nvSpPr>
        <p:spPr>
          <a:xfrm>
            <a:off x="3179538" y="2556175"/>
            <a:ext cx="2734800" cy="18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· Presentation Layer: Frontend (HTML, CSS, JS)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· Application Layer: Business Logic &amp; APIs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· Data Layer: Database &amp; Storage</a:t>
            </a:r>
            <a:endParaRPr sz="1800"/>
          </a:p>
        </p:txBody>
      </p:sp>
      <p:sp>
        <p:nvSpPr>
          <p:cNvPr id="627" name="Google Shape;627;p41"/>
          <p:cNvSpPr txBox="1"/>
          <p:nvPr>
            <p:ph idx="3" type="subTitle"/>
          </p:nvPr>
        </p:nvSpPr>
        <p:spPr>
          <a:xfrm>
            <a:off x="5924450" y="2508485"/>
            <a:ext cx="2896500" cy="1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· Frontend: HTML5, CSS3, JavaScript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· Mapping: Google Maps API</a:t>
            </a:r>
            <a:endParaRPr sz="1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· Backend &amp; Data: Node.js / Firebase, JSON</a:t>
            </a:r>
            <a:endParaRPr sz="1800"/>
          </a:p>
        </p:txBody>
      </p:sp>
      <p:sp>
        <p:nvSpPr>
          <p:cNvPr id="628" name="Google Shape;628;p41"/>
          <p:cNvSpPr txBox="1"/>
          <p:nvPr>
            <p:ph idx="4" type="subTitle"/>
          </p:nvPr>
        </p:nvSpPr>
        <p:spPr>
          <a:xfrm>
            <a:off x="252697" y="1532332"/>
            <a:ext cx="2237100" cy="11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Development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629" name="Google Shape;629;p41"/>
          <p:cNvSpPr txBox="1"/>
          <p:nvPr>
            <p:ph idx="5" type="subTitle"/>
          </p:nvPr>
        </p:nvSpPr>
        <p:spPr>
          <a:xfrm>
            <a:off x="3428388" y="1532325"/>
            <a:ext cx="2237100" cy="11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630" name="Google Shape;630;p41"/>
          <p:cNvSpPr txBox="1"/>
          <p:nvPr>
            <p:ph idx="6" type="subTitle"/>
          </p:nvPr>
        </p:nvSpPr>
        <p:spPr>
          <a:xfrm>
            <a:off x="6254150" y="1532325"/>
            <a:ext cx="2237100" cy="11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Technology Stack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2"/>
          <p:cNvSpPr txBox="1"/>
          <p:nvPr>
            <p:ph type="title"/>
          </p:nvPr>
        </p:nvSpPr>
        <p:spPr>
          <a:xfrm>
            <a:off x="720000" y="445025"/>
            <a:ext cx="43422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Key Features</a:t>
            </a:r>
            <a:endParaRPr/>
          </a:p>
        </p:txBody>
      </p:sp>
      <p:sp>
        <p:nvSpPr>
          <p:cNvPr id="636" name="Google Shape;636;p42"/>
          <p:cNvSpPr txBox="1"/>
          <p:nvPr>
            <p:ph idx="7" type="title"/>
          </p:nvPr>
        </p:nvSpPr>
        <p:spPr>
          <a:xfrm>
            <a:off x="796200" y="1332020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7" name="Google Shape;637;p42"/>
          <p:cNvSpPr txBox="1"/>
          <p:nvPr>
            <p:ph idx="8" type="title"/>
          </p:nvPr>
        </p:nvSpPr>
        <p:spPr>
          <a:xfrm>
            <a:off x="796200" y="3064616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8" name="Google Shape;638;p42"/>
          <p:cNvSpPr txBox="1"/>
          <p:nvPr>
            <p:ph idx="9" type="title"/>
          </p:nvPr>
        </p:nvSpPr>
        <p:spPr>
          <a:xfrm>
            <a:off x="3495471" y="1332020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9" name="Google Shape;639;p42"/>
          <p:cNvSpPr txBox="1"/>
          <p:nvPr>
            <p:ph idx="13" type="title"/>
          </p:nvPr>
        </p:nvSpPr>
        <p:spPr>
          <a:xfrm>
            <a:off x="3495471" y="3064616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05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0" name="Google Shape;640;p42"/>
          <p:cNvSpPr txBox="1"/>
          <p:nvPr>
            <p:ph idx="14" type="title"/>
          </p:nvPr>
        </p:nvSpPr>
        <p:spPr>
          <a:xfrm>
            <a:off x="6194749" y="1332020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1" name="Google Shape;641;p42"/>
          <p:cNvSpPr txBox="1"/>
          <p:nvPr>
            <p:ph idx="15" type="title"/>
          </p:nvPr>
        </p:nvSpPr>
        <p:spPr>
          <a:xfrm>
            <a:off x="6194749" y="3064616"/>
            <a:ext cx="734700" cy="447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1"/>
                </a:solidFill>
              </a:rPr>
              <a:t>06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2" name="Google Shape;642;p42"/>
          <p:cNvSpPr txBox="1"/>
          <p:nvPr>
            <p:ph idx="16" type="subTitle"/>
          </p:nvPr>
        </p:nvSpPr>
        <p:spPr>
          <a:xfrm>
            <a:off x="139227" y="1858325"/>
            <a:ext cx="25074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Interactive Map</a:t>
            </a:r>
            <a:endParaRPr/>
          </a:p>
        </p:txBody>
      </p:sp>
      <p:sp>
        <p:nvSpPr>
          <p:cNvPr id="643" name="Google Shape;643;p42"/>
          <p:cNvSpPr txBox="1"/>
          <p:nvPr>
            <p:ph idx="18" type="subTitle"/>
          </p:nvPr>
        </p:nvSpPr>
        <p:spPr>
          <a:xfrm>
            <a:off x="5908295" y="1651325"/>
            <a:ext cx="30255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Real-time Routing</a:t>
            </a:r>
            <a:endParaRPr/>
          </a:p>
        </p:txBody>
      </p:sp>
      <p:sp>
        <p:nvSpPr>
          <p:cNvPr id="644" name="Google Shape;644;p42"/>
          <p:cNvSpPr txBox="1"/>
          <p:nvPr>
            <p:ph idx="19" type="subTitle"/>
          </p:nvPr>
        </p:nvSpPr>
        <p:spPr>
          <a:xfrm>
            <a:off x="255376" y="3686300"/>
            <a:ext cx="29745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Location Tracking</a:t>
            </a:r>
            <a:endParaRPr/>
          </a:p>
        </p:txBody>
      </p:sp>
      <p:sp>
        <p:nvSpPr>
          <p:cNvPr id="645" name="Google Shape;645;p42"/>
          <p:cNvSpPr txBox="1"/>
          <p:nvPr>
            <p:ph idx="20" type="subTitle"/>
          </p:nvPr>
        </p:nvSpPr>
        <p:spPr>
          <a:xfrm>
            <a:off x="3169250" y="3479300"/>
            <a:ext cx="30255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ETA Calculation</a:t>
            </a:r>
            <a:endParaRPr/>
          </a:p>
        </p:txBody>
      </p:sp>
      <p:sp>
        <p:nvSpPr>
          <p:cNvPr id="646" name="Google Shape;646;p42"/>
          <p:cNvSpPr txBox="1"/>
          <p:nvPr>
            <p:ph idx="21" type="subTitle"/>
          </p:nvPr>
        </p:nvSpPr>
        <p:spPr>
          <a:xfrm>
            <a:off x="5711616" y="3412400"/>
            <a:ext cx="29745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Responsive Design</a:t>
            </a:r>
            <a:endParaRPr/>
          </a:p>
        </p:txBody>
      </p:sp>
      <p:sp>
        <p:nvSpPr>
          <p:cNvPr id="647" name="Google Shape;647;p42"/>
          <p:cNvSpPr txBox="1"/>
          <p:nvPr>
            <p:ph idx="17" type="subTitle"/>
          </p:nvPr>
        </p:nvSpPr>
        <p:spPr>
          <a:xfrm>
            <a:off x="3229838" y="1858314"/>
            <a:ext cx="23055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Smart Search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3"/>
          <p:cNvSpPr txBox="1"/>
          <p:nvPr>
            <p:ph type="title"/>
          </p:nvPr>
        </p:nvSpPr>
        <p:spPr>
          <a:xfrm>
            <a:off x="2260725" y="165150"/>
            <a:ext cx="475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Implementation Plan</a:t>
            </a:r>
            <a:endParaRPr/>
          </a:p>
        </p:txBody>
      </p:sp>
      <p:sp>
        <p:nvSpPr>
          <p:cNvPr id="653" name="Google Shape;653;p43"/>
          <p:cNvSpPr txBox="1"/>
          <p:nvPr>
            <p:ph idx="15" type="subTitle"/>
          </p:nvPr>
        </p:nvSpPr>
        <p:spPr>
          <a:xfrm>
            <a:off x="901619" y="821725"/>
            <a:ext cx="128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Phases:</a:t>
            </a:r>
            <a:endParaRPr/>
          </a:p>
        </p:txBody>
      </p:sp>
      <p:sp>
        <p:nvSpPr>
          <p:cNvPr id="654" name="Google Shape;654;p43"/>
          <p:cNvSpPr/>
          <p:nvPr/>
        </p:nvSpPr>
        <p:spPr>
          <a:xfrm>
            <a:off x="901625" y="1450226"/>
            <a:ext cx="2104812" cy="147117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5" name="Google Shape;655;p43"/>
          <p:cNvSpPr/>
          <p:nvPr/>
        </p:nvSpPr>
        <p:spPr>
          <a:xfrm>
            <a:off x="3397201" y="1475689"/>
            <a:ext cx="2104812" cy="147117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6" name="Google Shape;656;p43"/>
          <p:cNvSpPr/>
          <p:nvPr/>
        </p:nvSpPr>
        <p:spPr>
          <a:xfrm>
            <a:off x="5892811" y="1450226"/>
            <a:ext cx="2104812" cy="147117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7" name="Google Shape;657;p43"/>
          <p:cNvSpPr/>
          <p:nvPr/>
        </p:nvSpPr>
        <p:spPr>
          <a:xfrm>
            <a:off x="2045250" y="3159181"/>
            <a:ext cx="2104812" cy="147117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Testing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8" name="Google Shape;658;p43"/>
          <p:cNvSpPr/>
          <p:nvPr/>
        </p:nvSpPr>
        <p:spPr>
          <a:xfrm>
            <a:off x="4612753" y="3113251"/>
            <a:ext cx="2104812" cy="1471176"/>
          </a:xfrm>
          <a:prstGeom prst="flowChart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Deployment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9" name="Google Shape;659;p43"/>
          <p:cNvSpPr txBox="1"/>
          <p:nvPr/>
        </p:nvSpPr>
        <p:spPr>
          <a:xfrm>
            <a:off x="6119976" y="1917980"/>
            <a:ext cx="1834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Development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0" name="Google Shape;660;p43"/>
          <p:cNvSpPr txBox="1"/>
          <p:nvPr/>
        </p:nvSpPr>
        <p:spPr>
          <a:xfrm>
            <a:off x="3800700" y="1732150"/>
            <a:ext cx="12855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System Design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1" name="Google Shape;661;p43"/>
          <p:cNvSpPr txBox="1"/>
          <p:nvPr/>
        </p:nvSpPr>
        <p:spPr>
          <a:xfrm>
            <a:off x="901622" y="1732138"/>
            <a:ext cx="19923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Requirements Analysis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Expected Outcomes</a:t>
            </a:r>
            <a:endParaRPr/>
          </a:p>
        </p:txBody>
      </p:sp>
      <p:pic>
        <p:nvPicPr>
          <p:cNvPr id="667" name="Google Shape;667;p44" title="Chart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1225" y="1121038"/>
            <a:ext cx="3184650" cy="331886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8" name="Google Shape;668;p44"/>
          <p:cNvSpPr txBox="1"/>
          <p:nvPr>
            <p:ph idx="4294967295" type="title"/>
          </p:nvPr>
        </p:nvSpPr>
        <p:spPr>
          <a:xfrm>
            <a:off x="1186300" y="1257950"/>
            <a:ext cx="17358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1800"/>
              <a:t>Improved navigation efficiency</a:t>
            </a:r>
            <a:endParaRPr sz="1800"/>
          </a:p>
        </p:txBody>
      </p:sp>
      <p:sp>
        <p:nvSpPr>
          <p:cNvPr id="669" name="Google Shape;669;p44"/>
          <p:cNvSpPr/>
          <p:nvPr/>
        </p:nvSpPr>
        <p:spPr>
          <a:xfrm>
            <a:off x="850775" y="1390625"/>
            <a:ext cx="252300" cy="25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4"/>
          <p:cNvSpPr txBox="1"/>
          <p:nvPr>
            <p:ph idx="4294967295" type="title"/>
          </p:nvPr>
        </p:nvSpPr>
        <p:spPr>
          <a:xfrm>
            <a:off x="1109858" y="3250360"/>
            <a:ext cx="1735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1800"/>
              <a:t>Positive user feedback</a:t>
            </a:r>
            <a:endParaRPr sz="1800"/>
          </a:p>
        </p:txBody>
      </p:sp>
      <p:sp>
        <p:nvSpPr>
          <p:cNvPr id="671" name="Google Shape;671;p44"/>
          <p:cNvSpPr/>
          <p:nvPr/>
        </p:nvSpPr>
        <p:spPr>
          <a:xfrm>
            <a:off x="857550" y="3083338"/>
            <a:ext cx="252300" cy="25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44"/>
          <p:cNvSpPr txBox="1"/>
          <p:nvPr>
            <p:ph idx="4294967295" type="title"/>
          </p:nvPr>
        </p:nvSpPr>
        <p:spPr>
          <a:xfrm>
            <a:off x="6446350" y="1257950"/>
            <a:ext cx="1735800" cy="113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1800"/>
              <a:t>Reduced time spent finding locations</a:t>
            </a:r>
            <a:endParaRPr sz="1800"/>
          </a:p>
        </p:txBody>
      </p:sp>
      <p:sp>
        <p:nvSpPr>
          <p:cNvPr id="673" name="Google Shape;673;p44"/>
          <p:cNvSpPr/>
          <p:nvPr/>
        </p:nvSpPr>
        <p:spPr>
          <a:xfrm>
            <a:off x="6139225" y="1390625"/>
            <a:ext cx="252300" cy="25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44"/>
          <p:cNvSpPr txBox="1"/>
          <p:nvPr>
            <p:ph idx="4294967295" type="title"/>
          </p:nvPr>
        </p:nvSpPr>
        <p:spPr>
          <a:xfrm>
            <a:off x="6391525" y="2877800"/>
            <a:ext cx="2278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1800"/>
              <a:t>Scalable platform for future enhancements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1800"/>
          </a:p>
        </p:txBody>
      </p:sp>
      <p:sp>
        <p:nvSpPr>
          <p:cNvPr id="675" name="Google Shape;675;p44"/>
          <p:cNvSpPr/>
          <p:nvPr/>
        </p:nvSpPr>
        <p:spPr>
          <a:xfrm>
            <a:off x="6139225" y="3083350"/>
            <a:ext cx="252300" cy="25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6" name="Google Shape;676;p44"/>
          <p:cNvCxnSpPr/>
          <p:nvPr/>
        </p:nvCxnSpPr>
        <p:spPr>
          <a:xfrm>
            <a:off x="926975" y="2637575"/>
            <a:ext cx="143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7" name="Google Shape;677;p44"/>
          <p:cNvCxnSpPr/>
          <p:nvPr/>
        </p:nvCxnSpPr>
        <p:spPr>
          <a:xfrm>
            <a:off x="6215425" y="2637575"/>
            <a:ext cx="1436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p44"/>
          <p:cNvSpPr txBox="1"/>
          <p:nvPr/>
        </p:nvSpPr>
        <p:spPr>
          <a:xfrm>
            <a:off x="3834414" y="2476425"/>
            <a:ext cx="1140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Success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Metrics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9" name="Google Shape;679;p44"/>
          <p:cNvSpPr/>
          <p:nvPr/>
        </p:nvSpPr>
        <p:spPr>
          <a:xfrm>
            <a:off x="2812325" y="1188375"/>
            <a:ext cx="3184800" cy="3202500"/>
          </a:xfrm>
          <a:prstGeom prst="donut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Testing Strategy</a:t>
            </a:r>
            <a:endParaRPr/>
          </a:p>
        </p:txBody>
      </p:sp>
      <p:sp>
        <p:nvSpPr>
          <p:cNvPr id="685" name="Google Shape;685;p45"/>
          <p:cNvSpPr txBox="1"/>
          <p:nvPr>
            <p:ph idx="4294967295" type="title"/>
          </p:nvPr>
        </p:nvSpPr>
        <p:spPr>
          <a:xfrm>
            <a:off x="1531625" y="2123825"/>
            <a:ext cx="212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400"/>
              <a:t>Unit Testing</a:t>
            </a:r>
            <a:endParaRPr sz="2400"/>
          </a:p>
        </p:txBody>
      </p:sp>
      <p:sp>
        <p:nvSpPr>
          <p:cNvPr id="686" name="Google Shape;686;p45"/>
          <p:cNvSpPr txBox="1"/>
          <p:nvPr>
            <p:ph idx="4294967295" type="subTitle"/>
          </p:nvPr>
        </p:nvSpPr>
        <p:spPr>
          <a:xfrm>
            <a:off x="1051768" y="2678213"/>
            <a:ext cx="35109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Individual Components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7" name="Google Shape;687;p45"/>
          <p:cNvSpPr txBox="1"/>
          <p:nvPr>
            <p:ph idx="4294967295" type="title"/>
          </p:nvPr>
        </p:nvSpPr>
        <p:spPr>
          <a:xfrm>
            <a:off x="5524425" y="2085875"/>
            <a:ext cx="3146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400"/>
              <a:t>Integration Testing</a:t>
            </a:r>
            <a:endParaRPr sz="2400"/>
          </a:p>
        </p:txBody>
      </p:sp>
      <p:sp>
        <p:nvSpPr>
          <p:cNvPr id="688" name="Google Shape;688;p45"/>
          <p:cNvSpPr txBox="1"/>
          <p:nvPr>
            <p:ph idx="4294967295" type="subTitle"/>
          </p:nvPr>
        </p:nvSpPr>
        <p:spPr>
          <a:xfrm>
            <a:off x="6218250" y="2623775"/>
            <a:ext cx="212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System workflow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9" name="Google Shape;689;p45"/>
          <p:cNvSpPr txBox="1"/>
          <p:nvPr>
            <p:ph idx="4294967295" type="title"/>
          </p:nvPr>
        </p:nvSpPr>
        <p:spPr>
          <a:xfrm>
            <a:off x="505486" y="3526550"/>
            <a:ext cx="4057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400"/>
              <a:t>User Acceptance Testing</a:t>
            </a:r>
            <a:endParaRPr sz="2400"/>
          </a:p>
        </p:txBody>
      </p:sp>
      <p:sp>
        <p:nvSpPr>
          <p:cNvPr id="690" name="Google Shape;690;p45"/>
          <p:cNvSpPr txBox="1"/>
          <p:nvPr>
            <p:ph idx="4294967295" type="subTitle"/>
          </p:nvPr>
        </p:nvSpPr>
        <p:spPr>
          <a:xfrm>
            <a:off x="1721375" y="3990339"/>
            <a:ext cx="1743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Real Users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1" name="Google Shape;691;p45"/>
          <p:cNvSpPr txBox="1"/>
          <p:nvPr>
            <p:ph idx="4294967295" type="title"/>
          </p:nvPr>
        </p:nvSpPr>
        <p:spPr>
          <a:xfrm>
            <a:off x="5159624" y="3494600"/>
            <a:ext cx="351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2400"/>
              <a:t>Performance Testing</a:t>
            </a:r>
            <a:endParaRPr sz="2400"/>
          </a:p>
        </p:txBody>
      </p:sp>
      <p:sp>
        <p:nvSpPr>
          <p:cNvPr id="692" name="Google Shape;692;p45"/>
          <p:cNvSpPr txBox="1"/>
          <p:nvPr>
            <p:ph idx="4294967295" type="subTitle"/>
          </p:nvPr>
        </p:nvSpPr>
        <p:spPr>
          <a:xfrm>
            <a:off x="6225520" y="3967850"/>
            <a:ext cx="174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Load Times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3" name="Google Shape;693;p45"/>
          <p:cNvSpPr txBox="1"/>
          <p:nvPr/>
        </p:nvSpPr>
        <p:spPr>
          <a:xfrm>
            <a:off x="1051775" y="1156850"/>
            <a:ext cx="46794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Quality Assurance Focus:</a:t>
            </a:r>
            <a:endParaRPr b="1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6"/>
          <p:cNvSpPr txBox="1"/>
          <p:nvPr>
            <p:ph type="title"/>
          </p:nvPr>
        </p:nvSpPr>
        <p:spPr>
          <a:xfrm>
            <a:off x="1768725" y="216550"/>
            <a:ext cx="56070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Thank You</a:t>
            </a:r>
            <a:endParaRPr/>
          </a:p>
        </p:txBody>
      </p:sp>
      <p:grpSp>
        <p:nvGrpSpPr>
          <p:cNvPr id="699" name="Google Shape;699;p46"/>
          <p:cNvGrpSpPr/>
          <p:nvPr/>
        </p:nvGrpSpPr>
        <p:grpSpPr>
          <a:xfrm>
            <a:off x="175" y="222000"/>
            <a:ext cx="9144099" cy="481400"/>
            <a:chOff x="6304675" y="490675"/>
            <a:chExt cx="3552900" cy="481400"/>
          </a:xfrm>
        </p:grpSpPr>
        <p:cxnSp>
          <p:nvCxnSpPr>
            <p:cNvPr id="700" name="Google Shape;700;p46"/>
            <p:cNvCxnSpPr/>
            <p:nvPr/>
          </p:nvCxnSpPr>
          <p:spPr>
            <a:xfrm>
              <a:off x="6304675" y="4906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1" name="Google Shape;701;p46"/>
            <p:cNvCxnSpPr/>
            <p:nvPr/>
          </p:nvCxnSpPr>
          <p:spPr>
            <a:xfrm>
              <a:off x="6304675" y="6110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2" name="Google Shape;702;p46"/>
            <p:cNvCxnSpPr/>
            <p:nvPr/>
          </p:nvCxnSpPr>
          <p:spPr>
            <a:xfrm>
              <a:off x="6304675" y="7313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3" name="Google Shape;703;p46"/>
            <p:cNvCxnSpPr/>
            <p:nvPr/>
          </p:nvCxnSpPr>
          <p:spPr>
            <a:xfrm>
              <a:off x="6304675" y="85172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4" name="Google Shape;704;p46"/>
            <p:cNvCxnSpPr/>
            <p:nvPr/>
          </p:nvCxnSpPr>
          <p:spPr>
            <a:xfrm>
              <a:off x="6304675" y="972075"/>
              <a:ext cx="35529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05" name="Google Shape;705;p46"/>
          <p:cNvSpPr/>
          <p:nvPr/>
        </p:nvSpPr>
        <p:spPr>
          <a:xfrm>
            <a:off x="1768550" y="1028650"/>
            <a:ext cx="171300" cy="1713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06" name="Google Shape;706;p46"/>
          <p:cNvGrpSpPr/>
          <p:nvPr/>
        </p:nvGrpSpPr>
        <p:grpSpPr>
          <a:xfrm rot="8998717">
            <a:off x="292943" y="1418119"/>
            <a:ext cx="402847" cy="542213"/>
            <a:chOff x="6782650" y="1696232"/>
            <a:chExt cx="2207600" cy="2972138"/>
          </a:xfrm>
        </p:grpSpPr>
        <p:sp>
          <p:nvSpPr>
            <p:cNvPr id="707" name="Google Shape;707;p46"/>
            <p:cNvSpPr/>
            <p:nvPr/>
          </p:nvSpPr>
          <p:spPr>
            <a:xfrm>
              <a:off x="6782650" y="1696232"/>
              <a:ext cx="2207600" cy="1187519"/>
            </a:xfrm>
            <a:custGeom>
              <a:rect b="b" l="l" r="r" t="t"/>
              <a:pathLst>
                <a:path extrusionOk="0" h="1187519" w="2207600">
                  <a:moveTo>
                    <a:pt x="2196349" y="124960"/>
                  </a:moveTo>
                  <a:cubicBezTo>
                    <a:pt x="2282618" y="326200"/>
                    <a:pt x="1863447" y="699185"/>
                    <a:pt x="1260038" y="958086"/>
                  </a:cubicBezTo>
                  <a:cubicBezTo>
                    <a:pt x="656629" y="1216987"/>
                    <a:pt x="97449" y="1263801"/>
                    <a:pt x="11275" y="1062560"/>
                  </a:cubicBezTo>
                  <a:cubicBezTo>
                    <a:pt x="-75090" y="861319"/>
                    <a:pt x="344082" y="488334"/>
                    <a:pt x="947490" y="229433"/>
                  </a:cubicBezTo>
                  <a:cubicBezTo>
                    <a:pt x="1550899" y="-29468"/>
                    <a:pt x="2110080" y="-76281"/>
                    <a:pt x="2196349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46"/>
            <p:cNvSpPr/>
            <p:nvPr/>
          </p:nvSpPr>
          <p:spPr>
            <a:xfrm>
              <a:off x="6782673" y="2290003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46"/>
            <p:cNvSpPr/>
            <p:nvPr/>
          </p:nvSpPr>
          <p:spPr>
            <a:xfrm>
              <a:off x="6782673" y="2887160"/>
              <a:ext cx="2207577" cy="1187479"/>
            </a:xfrm>
            <a:custGeom>
              <a:rect b="b" l="l" r="r" t="t"/>
              <a:pathLst>
                <a:path extrusionOk="0" h="1187479" w="2207577">
                  <a:moveTo>
                    <a:pt x="2196326" y="124919"/>
                  </a:moveTo>
                  <a:cubicBezTo>
                    <a:pt x="2282595" y="326160"/>
                    <a:pt x="1863424" y="699145"/>
                    <a:pt x="1260015" y="958046"/>
                  </a:cubicBezTo>
                  <a:cubicBezTo>
                    <a:pt x="656606" y="1216947"/>
                    <a:pt x="97426" y="1263760"/>
                    <a:pt x="11252" y="1062520"/>
                  </a:cubicBezTo>
                  <a:cubicBezTo>
                    <a:pt x="-75018" y="861279"/>
                    <a:pt x="344154" y="488294"/>
                    <a:pt x="947563" y="229393"/>
                  </a:cubicBezTo>
                  <a:cubicBezTo>
                    <a:pt x="1550972" y="-29508"/>
                    <a:pt x="2110057" y="-76226"/>
                    <a:pt x="2196326" y="124919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46"/>
            <p:cNvSpPr/>
            <p:nvPr/>
          </p:nvSpPr>
          <p:spPr>
            <a:xfrm>
              <a:off x="6782673" y="3480851"/>
              <a:ext cx="2207577" cy="1187519"/>
            </a:xfrm>
            <a:custGeom>
              <a:rect b="b" l="l" r="r" t="t"/>
              <a:pathLst>
                <a:path extrusionOk="0" h="1187519" w="2207577">
                  <a:moveTo>
                    <a:pt x="2196326" y="124960"/>
                  </a:moveTo>
                  <a:cubicBezTo>
                    <a:pt x="2282595" y="326200"/>
                    <a:pt x="1863424" y="699185"/>
                    <a:pt x="1260015" y="958086"/>
                  </a:cubicBezTo>
                  <a:cubicBezTo>
                    <a:pt x="656606" y="1216987"/>
                    <a:pt x="97426" y="1263800"/>
                    <a:pt x="11252" y="1062560"/>
                  </a:cubicBezTo>
                  <a:cubicBezTo>
                    <a:pt x="-75018" y="861319"/>
                    <a:pt x="344154" y="488334"/>
                    <a:pt x="947563" y="229433"/>
                  </a:cubicBezTo>
                  <a:cubicBezTo>
                    <a:pt x="1550972" y="-29468"/>
                    <a:pt x="2110057" y="-76281"/>
                    <a:pt x="2196326" y="12496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1" name="Google Shape;711;p46"/>
          <p:cNvSpPr/>
          <p:nvPr/>
        </p:nvSpPr>
        <p:spPr>
          <a:xfrm rot="-2700000">
            <a:off x="7800898" y="3976314"/>
            <a:ext cx="350018" cy="17140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2" name="Google Shape;712;p46"/>
          <p:cNvSpPr txBox="1"/>
          <p:nvPr/>
        </p:nvSpPr>
        <p:spPr>
          <a:xfrm>
            <a:off x="338525" y="2339850"/>
            <a:ext cx="482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Project Team Members</a:t>
            </a:r>
            <a:endParaRPr b="1" i="0" sz="3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3" name="Google Shape;713;p46"/>
          <p:cNvSpPr txBox="1"/>
          <p:nvPr/>
        </p:nvSpPr>
        <p:spPr>
          <a:xfrm>
            <a:off x="395825" y="2906225"/>
            <a:ext cx="50166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JIMO AHMED OLALEKAN 22/0416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OBIH JOAN CHIDINMA 22/2610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ODUKOYA ENIOLA AYOOLUWA 22/2221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4" name="Google Shape;714;p46"/>
          <p:cNvSpPr txBox="1"/>
          <p:nvPr/>
        </p:nvSpPr>
        <p:spPr>
          <a:xfrm>
            <a:off x="5162825" y="4388925"/>
            <a:ext cx="43452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Department of Computer Science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Babcock University</a:t>
            </a:r>
            <a:endParaRPr b="1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15" name="Google Shape;715;p46"/>
          <p:cNvGrpSpPr/>
          <p:nvPr/>
        </p:nvGrpSpPr>
        <p:grpSpPr>
          <a:xfrm>
            <a:off x="2494829" y="4388917"/>
            <a:ext cx="1622441" cy="3815719"/>
            <a:chOff x="3163538" y="306007"/>
            <a:chExt cx="2665857" cy="6269666"/>
          </a:xfrm>
        </p:grpSpPr>
        <p:sp>
          <p:nvSpPr>
            <p:cNvPr id="716" name="Google Shape;716;p46"/>
            <p:cNvSpPr/>
            <p:nvPr/>
          </p:nvSpPr>
          <p:spPr>
            <a:xfrm>
              <a:off x="3163538" y="306007"/>
              <a:ext cx="2665857" cy="6269666"/>
            </a:xfrm>
            <a:custGeom>
              <a:rect b="b" l="l" r="r" t="t"/>
              <a:pathLst>
                <a:path extrusionOk="0" h="6269666" w="2665857">
                  <a:moveTo>
                    <a:pt x="0" y="6269666"/>
                  </a:moveTo>
                  <a:lnTo>
                    <a:pt x="0" y="1330912"/>
                  </a:lnTo>
                  <a:cubicBezTo>
                    <a:pt x="0" y="595268"/>
                    <a:pt x="596170" y="0"/>
                    <a:pt x="1332929" y="0"/>
                  </a:cubicBezTo>
                  <a:cubicBezTo>
                    <a:pt x="2069687" y="0"/>
                    <a:pt x="2665857" y="595268"/>
                    <a:pt x="2665857" y="1330912"/>
                  </a:cubicBezTo>
                  <a:lnTo>
                    <a:pt x="2665857" y="347830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46"/>
            <p:cNvSpPr/>
            <p:nvPr/>
          </p:nvSpPr>
          <p:spPr>
            <a:xfrm>
              <a:off x="3430047" y="572113"/>
              <a:ext cx="2132837" cy="6003559"/>
            </a:xfrm>
            <a:custGeom>
              <a:rect b="b" l="l" r="r" t="t"/>
              <a:pathLst>
                <a:path extrusionOk="0" h="6003559" w="2132837">
                  <a:moveTo>
                    <a:pt x="0" y="6003560"/>
                  </a:moveTo>
                  <a:lnTo>
                    <a:pt x="0" y="1064806"/>
                  </a:lnTo>
                  <a:cubicBezTo>
                    <a:pt x="0" y="476290"/>
                    <a:pt x="476917" y="0"/>
                    <a:pt x="1066419" y="0"/>
                  </a:cubicBezTo>
                  <a:cubicBezTo>
                    <a:pt x="1655826" y="0"/>
                    <a:pt x="2132838" y="476195"/>
                    <a:pt x="2132838" y="1064806"/>
                  </a:cubicBezTo>
                  <a:lnTo>
                    <a:pt x="2132838" y="321220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46"/>
            <p:cNvSpPr/>
            <p:nvPr/>
          </p:nvSpPr>
          <p:spPr>
            <a:xfrm>
              <a:off x="3696652" y="838315"/>
              <a:ext cx="1599628" cy="5737358"/>
            </a:xfrm>
            <a:custGeom>
              <a:rect b="b" l="l" r="r" t="t"/>
              <a:pathLst>
                <a:path extrusionOk="0" h="5737358" w="1599628">
                  <a:moveTo>
                    <a:pt x="0" y="5737359"/>
                  </a:moveTo>
                  <a:lnTo>
                    <a:pt x="0" y="798604"/>
                  </a:lnTo>
                  <a:cubicBezTo>
                    <a:pt x="0" y="357218"/>
                    <a:pt x="357759" y="0"/>
                    <a:pt x="799814" y="0"/>
                  </a:cubicBezTo>
                  <a:cubicBezTo>
                    <a:pt x="1241870" y="0"/>
                    <a:pt x="1599629" y="357218"/>
                    <a:pt x="1599629" y="798604"/>
                  </a:cubicBezTo>
                  <a:lnTo>
                    <a:pt x="1599629" y="294600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46"/>
            <p:cNvSpPr/>
            <p:nvPr/>
          </p:nvSpPr>
          <p:spPr>
            <a:xfrm>
              <a:off x="3963257" y="1104516"/>
              <a:ext cx="1066419" cy="5471157"/>
            </a:xfrm>
            <a:custGeom>
              <a:rect b="b" l="l" r="r" t="t"/>
              <a:pathLst>
                <a:path extrusionOk="0" h="5471157" w="1066419">
                  <a:moveTo>
                    <a:pt x="0" y="5471157"/>
                  </a:moveTo>
                  <a:lnTo>
                    <a:pt x="0" y="532403"/>
                  </a:lnTo>
                  <a:cubicBezTo>
                    <a:pt x="0" y="238145"/>
                    <a:pt x="238506" y="0"/>
                    <a:pt x="533210" y="0"/>
                  </a:cubicBezTo>
                  <a:cubicBezTo>
                    <a:pt x="827913" y="0"/>
                    <a:pt x="1066419" y="238145"/>
                    <a:pt x="1066419" y="532403"/>
                  </a:cubicBezTo>
                  <a:lnTo>
                    <a:pt x="1066419" y="267979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46"/>
            <p:cNvSpPr/>
            <p:nvPr/>
          </p:nvSpPr>
          <p:spPr>
            <a:xfrm>
              <a:off x="4229862" y="1636919"/>
              <a:ext cx="533209" cy="266201"/>
            </a:xfrm>
            <a:custGeom>
              <a:rect b="b" l="l" r="r" t="t"/>
              <a:pathLst>
                <a:path extrusionOk="0" h="266201" w="533209">
                  <a:moveTo>
                    <a:pt x="0" y="0"/>
                  </a:moveTo>
                  <a:cubicBezTo>
                    <a:pt x="0" y="147129"/>
                    <a:pt x="119253" y="266201"/>
                    <a:pt x="266605" y="266201"/>
                  </a:cubicBezTo>
                  <a:cubicBezTo>
                    <a:pt x="413956" y="266201"/>
                    <a:pt x="533209" y="147129"/>
                    <a:pt x="53320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46"/>
            <p:cNvSpPr/>
            <p:nvPr/>
          </p:nvSpPr>
          <p:spPr>
            <a:xfrm>
              <a:off x="4229862" y="1370718"/>
              <a:ext cx="266604" cy="5204860"/>
            </a:xfrm>
            <a:custGeom>
              <a:rect b="b" l="l" r="r" t="t"/>
              <a:pathLst>
                <a:path extrusionOk="0" h="5204860" w="266604">
                  <a:moveTo>
                    <a:pt x="266605" y="0"/>
                  </a:moveTo>
                  <a:cubicBezTo>
                    <a:pt x="119253" y="0"/>
                    <a:pt x="0" y="119073"/>
                    <a:pt x="0" y="266201"/>
                  </a:cubicBezTo>
                  <a:lnTo>
                    <a:pt x="0" y="5204861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46"/>
            <p:cNvSpPr/>
            <p:nvPr/>
          </p:nvSpPr>
          <p:spPr>
            <a:xfrm>
              <a:off x="4496466" y="1370718"/>
              <a:ext cx="266604" cy="2413597"/>
            </a:xfrm>
            <a:custGeom>
              <a:rect b="b" l="l" r="r" t="t"/>
              <a:pathLst>
                <a:path extrusionOk="0" h="2413597" w="266604">
                  <a:moveTo>
                    <a:pt x="0" y="0"/>
                  </a:moveTo>
                  <a:cubicBezTo>
                    <a:pt x="147352" y="0"/>
                    <a:pt x="266605" y="119073"/>
                    <a:pt x="266605" y="266201"/>
                  </a:cubicBezTo>
                  <a:lnTo>
                    <a:pt x="266605" y="241359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istory of the Golden Law by Slidesgo">
  <a:themeElements>
    <a:clrScheme name="Simple Light">
      <a:dk1>
        <a:srgbClr val="000000"/>
      </a:dk1>
      <a:lt1>
        <a:srgbClr val="FFFFFF"/>
      </a:lt1>
      <a:dk2>
        <a:srgbClr val="5A5856"/>
      </a:dk2>
      <a:lt2>
        <a:srgbClr val="9E9E9E"/>
      </a:lt2>
      <a:accent1>
        <a:srgbClr val="DBDB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